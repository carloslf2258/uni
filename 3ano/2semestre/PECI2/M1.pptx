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metadata/core-properties" Target="docProps/core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7" r:id="rId2"/>
    <p:sldId id="275" r:id="rId3"/>
    <p:sldId id="264" r:id="rId4"/>
    <p:sldId id="261" r:id="rId5"/>
    <p:sldId id="265" r:id="rId6"/>
    <p:sldId id="263" r:id="rId7"/>
    <p:sldId id="280" r:id="rId8"/>
    <p:sldId id="281" r:id="rId9"/>
    <p:sldId id="282" r:id="rId10"/>
    <p:sldId id="277" r:id="rId11"/>
    <p:sldId id="283" r:id="rId12"/>
    <p:sldId id="284" r:id="rId13"/>
    <p:sldId id="285" r:id="rId14"/>
    <p:sldId id="286" r:id="rId15"/>
    <p:sldId id="278" r:id="rId16"/>
    <p:sldId id="287" r:id="rId17"/>
    <p:sldId id="273" r:id="rId18"/>
    <p:sldId id="288" r:id="rId1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8D57AC-E295-1637-B528-0D5047346D09}" v="9" dt="2026-02-24T14:15:08.508"/>
    <p1510:client id="{09428926-1C1F-46C8-A712-69BFE7CE8D08}" v="209" dt="2026-02-24T16:40:03.107"/>
    <p1510:client id="{0CA77CC4-FF6D-60F6-1FA9-1989304A42BB}" v="14" dt="2026-02-24T01:21:49.194"/>
    <p1510:client id="{2253E23C-C3C6-4C95-980B-478AF6E2DBA9}" v="8" dt="2026-02-24T18:56:21.336"/>
    <p1510:client id="{2E75DD41-CBD4-0CB5-7838-569F8ECD7A29}" v="2" dt="2026-02-24T10:38:34.613"/>
    <p1510:client id="{3BE042CD-90ED-141B-94AA-312B2D0B5269}" v="33" dt="2026-02-24T11:35:49.845"/>
    <p1510:client id="{41889244-9E7A-477C-8008-363430FC4E2B}" v="491" dt="2026-02-24T17:42:14.233"/>
    <p1510:client id="{41A35F19-1E33-9B67-F877-53A0135FAFE9}" v="3" dt="2026-02-24T15:54:45.801"/>
    <p1510:client id="{445AA064-05DE-D198-103F-5DF792E48F63}" v="86" dt="2026-02-24T14:23:10.319"/>
    <p1510:client id="{58CF89C6-2E6D-63A0-A213-836EEA029DDE}" v="4" dt="2026-02-24T22:20:36.787"/>
    <p1510:client id="{6465BEB3-F1A1-7F47-B7FE-4354D014E319}" v="396" dt="2026-02-24T18:30:33.695"/>
    <p1510:client id="{731C1854-B2DC-02CC-27B5-8F4C22006DC3}" v="6" dt="2026-02-24T15:59:08.646"/>
    <p1510:client id="{8B2E677E-51CC-6572-CE34-B4E61E2F3B4C}" v="162" dt="2026-02-24T22:29:25.951"/>
    <p1510:client id="{90F8E4CA-89C0-B0F9-C348-39BECBE70CFB}" v="259" dt="2026-02-24T17:12:36.865"/>
    <p1510:client id="{98514657-7172-42EA-96A2-9FBD9AADA37C}" v="12" dt="2026-02-24T19:12:22.593"/>
    <p1510:client id="{A0D23449-2339-74E4-0FA2-1B0031C8CD80}" v="67" dt="2026-02-24T11:44:31.074"/>
    <p1510:client id="{A2D51855-4422-2E60-8D74-719598D49678}" v="2" dt="2026-02-24T09:08:13.468"/>
    <p1510:client id="{BA6B929A-2613-4DFF-BF1A-9BCBB704F904}" v="236" dt="2026-02-27T21:47:19.247"/>
    <p1510:client id="{BEB0FF31-E2EC-DC34-EA93-255056528D20}" v="163" dt="2026-02-24T11:18:47.641"/>
    <p1510:client id="{C947D046-1349-6FC0-1FA8-7AC4317ABECF}" v="46" dt="2026-02-24T20:04:04.179"/>
    <p1510:client id="{CA51B6FD-ECA8-8E41-B085-CCE0F09EB23E}" v="112" dt="2026-02-24T10:52:39.181"/>
    <p1510:client id="{D84F3A7E-D51E-A876-7D87-4F1BE2167E4F}" v="6" dt="2026-02-24T19:45:08.698"/>
    <p1510:client id="{DA7639F6-D6DB-4AC2-BDC7-4C96123A87E2}" v="358" dt="2026-02-23T23:18:17.307"/>
    <p1510:client id="{DD738BAF-97D1-7621-8D51-E26FEE10C1B8}" v="195" dt="2026-02-24T22:29:43.150"/>
    <p1510:client id="{E420D99C-0FDD-D73D-122F-ED401DFF833D}" v="230" dt="2026-02-24T19:14:52.724"/>
    <p1510:client id="{EC6D65CB-17BD-6D9D-20B0-306B22EBF1EE}" v="645" dt="2026-02-23T23:02:51.497"/>
    <p1510:client id="{ED75575D-86BD-157B-5F9D-A31E26AFA55A}" v="34" dt="2026-02-24T18:53:17.032"/>
    <p1510:client id="{F601E755-DD1B-14A0-A8F9-7F46F8BC38D4}" v="56" dt="2026-02-24T00:46:05.927"/>
    <p1510:client id="{F62B1A13-9CC4-FB20-6F2C-B00EACAF7D0E}" v="100" dt="2026-02-24T17:03:27.778"/>
    <p1510:client id="{FD9F370C-386A-979D-A2F3-70CA8EBEAE02}" v="47" dt="2026-02-24T18:27:03.1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009AC49F-1BF2-91CF-A6EB-93489447D1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CAFCA2AA-B89A-FB07-430C-128DFCA507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33259E-B9EF-433A-B1C2-310282990A69}" type="datetimeFigureOut">
              <a:rPr lang="pt-PT" smtClean="0"/>
              <a:t>27/02/2026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425A57FF-B011-437F-2C87-D9AB5CFDA4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pt-PT"/>
              <a:t>Projeto de Computadores e Informática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B92922A9-250C-D270-FA70-A6678A221E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33599-F3EF-4A75-899D-6E9DCDF43F9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81991743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9:10:01.746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24448 10954 16383 0 0,'4'0'0'0'0,"6"0"0"0"0,2 2 0 0 0,-1 2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8:47:57.585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45773 10081 16383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8:47:57.586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45667 10319 16383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8:47:57.591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46059 10028 16383 0 0,'-2'0'0'0'0,"-2"0"0"0"0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8:47:57.592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45973 10028 16383 0 0,'-3'0'0'0'0,"-3"0"0"0"0,0 0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8:47:57.605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19182 11748 16383 0 0,'0'0'0'0'0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8:47:57.606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19262 11695 16383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8:48:24.597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35004 5424 16383 0 0,'0'0'0'0'0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8:48:24.606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39132 10425 16383 0 0,'0'0'0'0'0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8:48:24.608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22939 13705 16383 0 0,'0'0'0'0'0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8:48:24.612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36327 10213 16383 0 0,'0'0'0'0'0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8:48:24.613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36327 10213 16383 0 0,'0'0'0'0'0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8:48:24.614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36327 10213 16383 0 0,'0'0'0'0'0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8:44:51.247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13807 10478 16383 0 0,'-3'0'0'0'0,"0"0"0"0"0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0:39:54.49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5864 2137 16383 0 0,'0'0'0'0'0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22:30:25.1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27839 9323 16383 0 0,'-4'0'0'0'0,"-7"0"0"0"0,-16 4 0 0 0,-11 0 0 0 0,-11 4 0 0 0,-12 4 0 0 0,-9 2 0 0 0,-6 7 0 0 0,-4 3 0 0 0,1 4 0 0 0,-10 7 0 0 0,1 5 0 0 0,7 3 0 0 0,12-3 0 0 0,10 8 0 0 0,19 14 0 0 0,22 3 0 0 0,26-2 0 0 0,20-6 0 0 0,17-6 0 0 0,21-4 0 0 0,12-6 0 0 0,21-5 0 0 0,18-4 0 0 0,8-7 0 0 0,12-9 0 0 0,5-6 0 0 0,3-6 0 0 0,1-9 0 0 0,-4-8 0 0 0,-13-5 0 0 0,-17-7 0 0 0,-22-5 0 0 0,-26-5 0 0 0,-23 1 0 0 0,-23-2 0 0 0,-17 0 0 0 0,-23-6 0 0 0,-21-1 0 0 0,-24-4 0 0 0,-15-1 0 0 0,-26-3 0 0 0,-16 4 0 0 0,-42 0 0 0 0,-23 8 0 0 0,-7 7 0 0 0,3 9 0 0 0,-18 12 0 0 0,8 15 0 0 0,16 13 0 0 0,31 7 0 0 0,35 3 0 0 0,38 1 0 0 0,33-2 0 0 0,25 2 0 0 0,27 0 0 0 0,20 2 0 0 0,20-2 0 0 0,16 0 0 0 0,26-7 0 0 0,23-6 0 0 0,16-5 0 0 0,2-9 0 0 0,3-7 0 0 0,4-10 0 0 0,3-9 0 0 0,-7-6 0 0 0,-13-6 0 0 0,-18 0 0 0 0,-22 4 0 0 0,-24 3 0 0 0,-21 1 0 0 0,-16 1 0 0 0,-16 2 0 0 0,-15-1 0 0 0,-15 0 0 0 0,-19-2 0 0 0,-15 1 0 0 0,-20 1 0 0 0,-15 3 0 0 0,-12 4 0 0 0,-13 6 0 0 0,-7 6 0 0 0,3 7 0 0 0,14 8 0 0 0,18 2 0 0 0,24 3 0 0 0,27-1 0 0 0,25 2 0 0 0,24-1 0 0 0,21-1 0 0 0,20 0 0 0 0,14-4 0 0 0,17-5 0 0 0,6-7 0 0 0,4-2 0 0 0,-3-4 0 0 0,-8-3 0 0 0,-9 0 0 0 0,-13 0 0 0 0,-18 2 0 0 0,-15-1 0 0 0,-14 3 0 0 0,-10-1 0 0 0,-9 1 0 0 0,-8 0 0 0 0,-10 0 0 0 0,-7 0 0 0 0,-6-3 0 0 0,-6 1 0 0 0,2 0 0 0 0,-3-2 0 0 0,-7 1 0 0 0,0 0 0 0 0,-4 1 0 0 0,0 1 0 0 0,-4 1 0 0 0,0 2 0 0 0,4 3 0 0 0,0 3 0 0 0,4 0 0 0 0,15-1 0 0 0,15-5 0 0 0,17-4 0 0 0,10-6 0 0 0,6-5 0 0 0,2-1 0 0 0,0-3 0 0 0,0-1 0 0 0,-2 1 0 0 0,0 2 0 0 0,-2 2 0 0 0,0 1 0 0 0,-1 1 0 0 0,0 0 0 0 0,-1 1 0 0 0,-2 4 0 0 0,-5 1 0 0 0,-5 3 0 0 0,-3 0 0 0 0,-2 2 0 0 0,2 0 0 0 0,-1 1 0 0 0,4-1 0 0 0,0 1 0 0 0,3-2 0 0 0,-1 2 0 0 0,1-1 0 0 0,0 0 0 0 0,1 0 0 0 0,-2 0 0 0 0,2-1 0 0 0,6 2 0 0 0,6 2 0 0 0,6 2 0 0 0,6 2 0 0 0,2 1 0 0 0,3 2 0 0 0,1 0 0 0 0,1 1 0 0 0,-1-1 0 0 0,4 0 0 0 0,0 1 0 0 0,0-1 0 0 0,-1 0 0 0 0,-1 0 0 0 0,-2 0 0 0 0,0 0 0 0 0,3 0 0 0 0,0 0 0 0 0,4 0 0 0 0,0 0 0 0 0,6 0 0 0 0,0 0 0 0 0,-2 0 0 0 0,3 4 0 0 0,0 0 0 0 0,-3 0 0 0 0,-3 0 0 0 0,0-2 0 0 0,-2 0 0 0 0,-1-1 0 0 0,1-1 0 0 0,-1 0 0 0 0,-1 0 0 0 0,-1 0 0 0 0,-1 0 0 0 0,-2-1 0 0 0,3 1 0 0 0,0 0 0 0 0,1 0 0 0 0,1 0 0 0 0,1 0 0 0 0,-1 0 0 0 0,2 0 0 0 0,-1 0 0 0 0,-1 0 0 0 0,2 0 0 0 0,2 0 0 0 0,1 0 0 0 0,0 0 0 0 0,4 0 0 0 0,4 0 0 0 0,4 0 0 0 0,0 0 0 0 0,1 0 0 0 0,-2 0 0 0 0,-3 0 0 0 0,-2 0 0 0 0,0 0 0 0 0,-4 0 0 0 0,-3 0 0 0 0,0 0 0 0 0,-2 0 0 0 0,1 0 0 0 0,3 0 0 0 0,-1 0 0 0 0,1 0 0 0 0,-2 0 0 0 0,2 0 0 0 0,2 0 0 0 0,-2 0 0 0 0,1 0 0 0 0,-2 0 0 0 0,0-3 0 0 0,3-2 0 0 0,1 1 0 0 0,3 0 0 0 0,4 2 0 0 0,2 0 0 0 0,4 2 0 0 0,0-1 0 0 0,3 1 0 0 0,3-3 0 0 0,-2-1 0 0 0,2-1 0 0 0,-2 2 0 0 0,-4 1 0 0 0,-2 0 0 0 0,1 1 0 0 0,-1 1 0 0 0,-1 0 0 0 0,2 0 0 0 0,0 0 0 0 0,-2 1 0 0 0,-1-1 0 0 0,-1 0 0 0 0,-2 0 0 0 0,0 0 0 0 0,-1 0 0 0 0,0 0 0 0 0,4 0 0 0 0,0 0 0 0 0,0 0 0 0 0,0-3 0 0 0,-1-2 0 0 0,5 1 0 0 0,-1 0 0 0 0,-3-2 0 0 0,-4 0 0 0 0,-7 1 0 0 0,-1 1 0 0 0,-3 2 0 0 0,-3 0 0 0 0,-3 2 0 0 0,2-4 0 0 0,0 0 0 0 0,3 0 0 0 0,3 0 0 0 0,0 2 0 0 0,1 1 0 0 0,-1 0 0 0 0,1 1 0 0 0,-1 0 0 0 0,0 0 0 0 0,-1 0 0 0 0,1 0 0 0 0,2 1 0 0 0,-2-1 0 0 0,2 0 0 0 0,-2-4 0 0 0,-3 0 0 0 0,1-1 0 0 0,2 2 0 0 0,0 0 0 0 0,-3 2 0 0 0,1 0 0 0 0,3-3 0 0 0,-1 0 0 0 0,-3 0 0 0 0,-2 0 0 0 0,2 2 0 0 0,-2 1 0 0 0,-1 0 0 0 0,-1 1 0 0 0,-2 0 0 0 0,-1 0 0 0 0,0 0 0 0 0,-5-3 0 0 0,-1-2 0 0 0,1 1 0 0 0,0 1 0 0 0,2 0 0 0 0,0 2 0 0 0,1 0 0 0 0,1 1 0 0 0,0 0 0 0 0,0 0 0 0 0,1 0 0 0 0,-1 0 0 0 0,0 0 0 0 0,0 0 0 0 0,0 0 0 0 0,1 0 0 0 0,-1 0 0 0 0,0 0 0 0 0,0 0 0 0 0,0 0 0 0 0,0 0 0 0 0,0 0 0 0 0,0 0 0 0 0,0 0 0 0 0,0 0 0 0 0,1 0 0 0 0,-1 0 0 0 0,-4 4 0 0 0,0 0 0 0 0,0 1 0 0 0,0-2 0 0 0,-2 0 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22:30:25.1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37985 7955 16383 0 0,'-2'2'0'0'0,"-1"4"0"0"0,-2 0 0 0 0,-1 1 0 0 0,2 3 0 0 0,0 1 0 0 0,0-1 0 0 0,-1 0 0 0 0,2 1 0 0 0,0 0 0 0 0,2 1 0 0 0,0 1 0 0 0,1 0 0 0 0,0 1 0 0 0,0 0 0 0 0,0-1 0 0 0,0 1 0 0 0,0 0 0 0 0,0-1 0 0 0,1 1 0 0 0,-1 0 0 0 0,2-1 0 0 0,1 1 0 0 0,0-1 0 0 0,-1 1 0 0 0,0-1 0 0 0,1 1 0 0 0,1 0 0 0 0,-1-1 0 0 0,-1 1 0 0 0,0-1 0 0 0,-1 1 0 0 0,-1-1 0 0 0,0 1 0 0 0,0 0 0 0 0,0-1 0 0 0,0 1 0 0 0,0-1 0 0 0,0 1 0 0 0,0-1 0 0 0,0 1 0 0 0,0 0 0 0 0,0-1 0 0 0,0 1 0 0 0,0-1 0 0 0,0 1 0 0 0,0-1 0 0 0,-3 1 0 0 0,0 0 0 0 0,0-1 0 0 0,1 1 0 0 0,0-1 0 0 0,1 1 0 0 0,1-1 0 0 0,0 1 0 0 0,0 2 0 0 0,0 0 0 0 0,0 1 0 0 0,0-1 0 0 0,-2-1 0 0 0,-1 0 0 0 0,0-1 0 0 0,0 0 0 0 0,2-1 0 0 0,0 1 0 0 0,0-1 0 0 0,1 1 0 0 0,0-1 0 0 0,0 1 0 0 0,0-1 0 0 0,0 1 0 0 0,0-1 0 0 0,0 1 0 0 0,3-3 0 0 0,0-1 0 0 0,0 1 0 0 0,-1 0 0 0 0,0 1 0 0 0,-1 1 0 0 0,-1 0 0 0 0,1 0 0 0 0,-1 1 0 0 0,0-1 0 0 0,2 3 0 0 0,1 1 0 0 0,0 0 0 0 0,-1-1 0 0 0,2-1 0 0 0,0 0 0 0 0,2-1 0 0 0,-1 0 0 0 0,0-1 0 0 0,-2 1 0 0 0,2-3 0 0 0,-1-1 0 0 0,-1 1 0 0 0,0 0 0 0 0,-2 1 0 0 0,0 0 0 0 0,-1 1 0 0 0,3-2 0 0 0,-1 0 0 0 0,1-1 0 0 0,-1 2 0 0 0,0 0 0 0 0,-1 0 0 0 0,-1 1 0 0 0,1 1 0 0 0,-1 2 0 0 0,-1 1 0 0 0,1-1 0 0 0,0 0 0 0 0,0 0 0 0 0,0-2 0 0 0,0 0 0 0 0,0 0 0 0 0,0 0 0 0 0,0-1 0 0 0,0 1 0 0 0,0-1 0 0 0,0 1 0 0 0,0-1 0 0 0,0 1 0 0 0,0-1 0 0 0,0 1 0 0 0,0-1 0 0 0,-2 1 0 0 0,-1 2 0 0 0,0 0 0 0 0,0 1 0 0 0,2-1 0 0 0,0-1 0 0 0,0 0 0 0 0,1-1 0 0 0,0 0 0 0 0,0-1 0 0 0,0 1 0 0 0,0-1 0 0 0,-2 0 0 0 0,-1 1 0 0 0,0-1 0 0 0,1 1 0 0 0,0-1 0 0 0,1 1 0 0 0,0 0 0 0 0,1-1 0 0 0,0 1 0 0 0,0-1 0 0 0,0 1 0 0 0,1-1 0 0 0,-1 1 0 0 0,0 0 0 0 0,-2-1 0 0 0,-2 1 0 0 0,2-1 0 0 0,-1 1 0 0 0,2-1 0 0 0,-1 1 0 0 0,2 0 0 0 0,0-1 0 0 0,0 1 0 0 0,0-1 0 0 0,0 1 0 0 0,0-1 0 0 0,0 1 0 0 0,0 0 0 0 0,0-1 0 0 0,0 1 0 0 0,0-1 0 0 0,0 1 0 0 0,0-1 0 0 0,0 3 0 0 0,0 1 0 0 0,0-3 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22:30:25.1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37915 7863 16383 0 0,'0'2'0'0'0,"0"3"0"0"0,0 4 0 0 0,0 1 0 0 0,0 3 0 0 0,0 0 0 0 0,0 1 0 0 0,0 0 0 0 0,0 0 0 0 0,0 0 0 0 0,0 0 0 0 0,0 0 0 0 0,0 0 0 0 0,0-1 0 0 0,0 1 0 0 0,0-1 0 0 0,0 1 0 0 0,0-1 0 0 0,0 1 0 0 0,0 0 0 0 0,0-1 0 0 0,0 1 0 0 0,2-3 0 0 0,1-1 0 0 0,0 1 0 0 0,-1 0 0 0 0,0 1 0 0 0,-1 1 0 0 0,0 0 0 0 0,1 0 0 0 0,1 1 0 0 0,0-1 0 0 0,-1 1 0 0 0,0 0 0 0 0,-1-1 0 0 0,-1 1 0 0 0,1 0 0 0 0,-1-1 0 0 0,-1 1 0 0 0,1-1 0 0 0,0 1 0 0 0,0 0 0 0 0,0-1 0 0 0,0 1 0 0 0,0-1 0 0 0,0 1 0 0 0,0-1 0 0 0,0 1 0 0 0,0-1 0 0 0,0 1 0 0 0,0 0 0 0 0,-2-1 0 0 0,-1 1 0 0 0,0-1 0 0 0,0 1 0 0 0,2-1 0 0 0,0 1 0 0 0,0 0 0 0 0,1-1 0 0 0,2 3 0 0 0,1 1 0 0 0,0-1 0 0 0,0 0 0 0 0,1-1 0 0 0,0 0 0 0 0,0-1 0 0 0,-2 0 0 0 0,0-1 0 0 0,-1 1 0 0 0,-1-1 0 0 0,0 1 0 0 0,3-1 0 0 0,-1 1 0 0 0,1-1 0 0 0,-1 1 0 0 0,0-1 0 0 0,-1 1 0 0 0,-1 0 0 0 0,1-1 0 0 0,-1 1 0 0 0,0-1 0 0 0,-1 1 0 0 0,1-1 0 0 0,0-1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22:30:25.20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30977 12913 16383 0 0,'-2'0'0'0'0,"-3"0"0"0"0,-4 0 0 0 0,-1 0 0 0 0,-3 0 0 0 0,0 0 0 0 0,-1 0 0 0 0,0 0 0 0 0,0 0 0 0 0,0 0 0 0 0,0 0 0 0 0,0 0 0 0 0,0 0 0 0 0,-2 0 0 0 0,0 0 0 0 0,-3 0 0 0 0,-2 0 0 0 0,-5 2 0 0 0,-3 1 0 0 0,0 0 0 0 0,2 0 0 0 0,-4 1 0 0 0,-1 0 0 0 0,1-1 0 0 0,0 2 0 0 0,-4 0 0 0 0,1-1 0 0 0,0-2 0 0 0,2 0 0 0 0,1-1 0 0 0,2 0 0 0 0,3-1 0 0 0,0-1 0 0 0,-1 1 0 0 0,-1 0 0 0 0,1 2 0 0 0,-1 1 0 0 0,1 0 0 0 0,-3-1 0 0 0,0 0 0 0 0,0-1 0 0 0,-2 0 0 0 0,-2-1 0 0 0,-1 0 0 0 0,0 0 0 0 0,-2 0 0 0 0,-1-1 0 0 0,-1 1 0 0 0,-1 0 0 0 0,-3 0 0 0 0,-1 0 0 0 0,-2 0 0 0 0,-3 0 0 0 0,-2-2 0 0 0,-4-1 0 0 0,-1 0 0 0 0,-2-2 0 0 0,1 1 0 0 0,1 0 0 0 0,-2-2 0 0 0,-1 1 0 0 0,2-1 0 0 0,-2 0 0 0 0,0 2 0 0 0,1 0 0 0 0,0 2 0 0 0,2 1 0 0 0,1 1 0 0 0,1 0 0 0 0,-1 2 0 0 0,3 2 0 0 0,1-1 0 0 0,0-1 0 0 0,2 0 0 0 0,2-1 0 0 0,2 0 0 0 0,0-1 0 0 0,-3 0 0 0 0,-1 0 0 0 0,-2 0 0 0 0,-1 0 0 0 0,-2 0 0 0 0,0-3 0 0 0,-1 0 0 0 0,0-2 0 0 0,3-1 0 0 0,-2 0 0 0 0,0-1 0 0 0,-1 0 0 0 0,2 0 0 0 0,1 2 0 0 0,3 1 0 0 0,2 0 0 0 0,2 0 0 0 0,3 0 0 0 0,0 2 0 0 0,1 1 0 0 0,1 0 0 0 0,0 1 0 0 0,0 0 0 0 0,-1-2 0 0 0,1-1 0 0 0,-3 0 0 0 0,-1 1 0 0 0,-1 0 0 0 0,-4 1 0 0 0,-2 1 0 0 0,-3 0 0 0 0,-1 0 0 0 0,1 0 0 0 0,0 0 0 0 0,0 0 0 0 0,2 0 0 0 0,1-2 0 0 0,0-1 0 0 0,1 0 0 0 0,1 0 0 0 0,3 2 0 0 0,3 0 0 0 0,4 0 0 0 0,7 1 0 0 0,3 0 0 0 0,5 2 0 0 0,5 2 0 0 0,0-1 0 0 0,1-1 0 0 0,1 2 0 0 0,2 0 0 0 0,1 2 0 0 0,0 0 0 0 0,1 1 0 0 0,-1-1 0 0 0,1-1 0 0 0,0 1 0 0 0,-1-1 0 0 0,1-1 0 0 0,-1-1 0 0 0,1 1 0 0 0,-1 0 0 0 0,-2 1 0 0 0,0 0 0 0 0,2 2 0 0 0,5-1 0 0 0,5 2 0 0 0,6-2 0 0 0,4-1 0 0 0,1 1 0 0 0,2-1 0 0 0,1 1 0 0 0,2 0 0 0 0,1 1 0 0 0,1-1 0 0 0,0 1 0 0 0,0 2 0 0 0,4 1 0 0 0,2 0 0 0 0,4-1 0 0 0,3-1 0 0 0,6 1 0 0 0,-1-2 0 0 0,0 0 0 0 0,-2-1 0 0 0,2 1 0 0 0,-4 0 0 0 0,0 0 0 0 0,-4-1 0 0 0,-1 1 0 0 0,-2 0 0 0 0,-2-3 0 0 0,0 0 0 0 0,-1-2 0 0 0,-1-1 0 0 0,-1 1 0 0 0,3 1 0 0 0,4 0 0 0 0,2-1 0 0 0,1-1 0 0 0,2 0 0 0 0,-1 0 0 0 0,8 1 0 0 0,2 1 0 0 0,2 0 0 0 0,-1-1 0 0 0,6 0 0 0 0,3-1 0 0 0,3-1 0 0 0,0 0 0 0 0,-2 0 0 0 0,-2 2 0 0 0,5 1 0 0 0,0 0 0 0 0,2 2 0 0 0,-2-1 0 0 0,0 3 0 0 0,-3-1 0 0 0,1-2 0 0 0,1 2 0 0 0,1-1 0 0 0,-1 2 0 0 0,0-1 0 0 0,1-2 0 0 0,1-1 0 0 0,1 2 0 0 0,-2-1 0 0 0,0-1 0 0 0,0 2 0 0 0,-1-1 0 0 0,-3 0 0 0 0,0 1 0 0 0,2 0 0 0 0,1 1 0 0 0,2 0 0 0 0,-2-2 0 0 0,3-1 0 0 0,1-1 0 0 0,4 0 0 0 0,0-2 0 0 0,0-2 0 0 0,0-4 0 0 0,-2 0 0 0 0,-3 0 0 0 0,-3 0 0 0 0,-4 0 0 0 0,0-1 0 0 0,-1-2 0 0 0,-1-1 0 0 0,1 1 0 0 0,-1-1 0 0 0,3 0 0 0 0,-1 1 0 0 0,-1 0 0 0 0,-1 1 0 0 0,-2 0 0 0 0,0 1 0 0 0,-1 0 0 0 0,0 1 0 0 0,2 1 0 0 0,1 0 0 0 0,1-3 0 0 0,3 2 0 0 0,3 0 0 0 0,1 0 0 0 0,2 0 0 0 0,0 2 0 0 0,1 1 0 0 0,-3-1 0 0 0,0 0 0 0 0,0 1 0 0 0,0 1 0 0 0,1 1 0 0 0,0 0 0 0 0,1 0 0 0 0,0 1 0 0 0,-2 1 0 0 0,-1-1 0 0 0,0 0 0 0 0,-1 0 0 0 0,-3 0 0 0 0,1 0 0 0 0,-2 0 0 0 0,1 0 0 0 0,-3 0 0 0 0,-4 0 0 0 0,-5 0 0 0 0,-3 0 0 0 0,-5-2 0 0 0,-5-1 0 0 0,-4 0 0 0 0,-2 1 0 0 0,-2 0 0 0 0,-1 1 0 0 0,0 0 0 0 0,-1 1 0 0 0,-1-2 0 0 0,-1-1 0 0 0,0 0 0 0 0,1 1 0 0 0,1 0 0 0 0,0 1 0 0 0,1 1 0 0 0,1 0 0 0 0,-1 0 0 0 0,1 0 0 0 0,0 0 0 0 0,-1 0 0 0 0,1 0 0 0 0,0 0 0 0 0,-1 0 0 0 0,1 0 0 0 0,-1 0 0 0 0,1 0 0 0 0,-1 0 0 0 0,1 0 0 0 0,0 0 0 0 0,-1 0 0 0 0,1 0 0 0 0,-1 2 0 0 0,1 1 0 0 0,-1 0 0 0 0,1 0 0 0 0,-3-2 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22:30:25.20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27192 9747 16383 0 0,'-14'0'0'0'0,"-13"0"0"0"0,-13 0 0 0 0,0-2 0 0 0,-1-1 0 0 0,2 0 0 0 0,0 3 0 0 0,1 1 0 0 0,4 3 0 0 0,3 3 0 0 0,4 3 0 0 0,6 4 0 0 0,2 2 0 0 0,4 3 0 0 0,1 1 0 0 0,1 1 0 0 0,2-1 0 0 0,2-1 0 0 0,-1-1 0 0 0,-1-2 0 0 0,2-1 0 0 0,0-4 0 0 0,1-5 0 0 0,3-6 0 0 0,1-8 0 0 0,4-10 0 0 0,2-8 0 0 0,1-9 0 0 0,2-10 0 0 0,0-7 0 0 0,0-8 0 0 0,-2-3 0 0 0,-3-1 0 0 0,-4 2 0 0 0,-6 7 0 0 0,-6 8 0 0 0,-7 10 0 0 0,-7 11 0 0 0,-5 10 0 0 0,-6 10 0 0 0,-2 8 0 0 0,-2 9 0 0 0,-2 9 0 0 0,-2 10 0 0 0,-2 12 0 0 0,1 6 0 0 0,4 3 0 0 0,3 6 0 0 0,6-1 0 0 0,8-5 0 0 0,8-9 0 0 0,11-10 0 0 0,11-9 0 0 0,7-9 0 0 0,8-10 0 0 0,10-12 0 0 0,7-11 0 0 0,8-12 0 0 0,6-10 0 0 0,2-7 0 0 0,-3-5 0 0 0,-7 2 0 0 0,-8 1 0 0 0,-9 4 0 0 0,-10 5 0 0 0,-10 7 0 0 0,-8 8 0 0 0,-5 5 0 0 0,-2 6 0 0 0,-5 7 0 0 0,-3 3 0 0 0,-3 6 0 0 0,-6 9 0 0 0,-3 8 0 0 0,-1 7 0 0 0,2 10 0 0 0,1 7 0 0 0,3 1 0 0 0,5 3 0 0 0,3 2 0 0 0,6-1 0 0 0,5-5 0 0 0,3-8 0 0 0,6-8 0 0 0,5-10 0 0 0,4-7 0 0 0,1-7 0 0 0,0-9 0 0 0,1-10 0 0 0,-1-9 0 0 0,0-7 0 0 0,-2-8 0 0 0,-2-7 0 0 0,-2-8 0 0 0,-5-3 0 0 0,-3-1 0 0 0,-7 0 0 0 0,-5 4 0 0 0,-5 6 0 0 0,-3 10 0 0 0,-3 10 0 0 0,-1 6 0 0 0,0 9 0 0 0,0 8 0 0 0,-3 11 0 0 0,3 10 0 0 0,0 11 0 0 0,1 13 0 0 0,3 13 0 0 0,3 9 0 0 0,0 7 0 0 0,2 3 0 0 0,2-1 0 0 0,3-8 0 0 0,2-7 0 0 0,3-8 0 0 0,4-8 0 0 0,1-7 0 0 0,5-10 0 0 0,2-10 0 0 0,2-14 0 0 0,6-22 0 0 0,2-22 0 0 0,5-11 0 0 0,-2-3 0 0 0,0-3 0 0 0,-2-4 0 0 0,-2 2 0 0 0,-1 6 0 0 0,-3 6 0 0 0,-3 6 0 0 0,-1 8 0 0 0,-3 8 0 0 0,-2 11 0 0 0,-2 10 0 0 0,-1 12 0 0 0,1 13 0 0 0,-1 15 0 0 0,-1 15 0 0 0,-1 18 0 0 0,1 7 0 0 0,-2 9 0 0 0,0 0 0 0 0,2 1 0 0 0,-1-7 0 0 0,1-8 0 0 0,1-10 0 0 0,1-11 0 0 0,2-7 0 0 0,0-7 0 0 0,1-12 0 0 0,0-10 0 0 0,0-14 0 0 0,3-12 0 0 0,0-15 0 0 0,2-10 0 0 0,1-8 0 0 0,-1-3 0 0 0,-2-5 0 0 0,-1-1 0 0 0,-1 3 0 0 0,-2 5 0 0 0,-2 6 0 0 0,-3 11 0 0 0,1 15 0 0 0,0 17 0 0 0,1 16 0 0 0,2 18 0 0 0,1 15 0 0 0,0 10 0 0 0,1 2 0 0 0,0 0 0 0 0,0-4 0 0 0,0-8 0 0 0,3-5 0 0 0,0-9 0 0 0,0-6 0 0 0,0-3 0 0 0,-2-3 0 0 0,0-3 0 0 0,0-1 0 0 0,-1-1 0 0 0,-2 1 0 0 0,-1 1 0 0 0,0 2 0 0 0,-2 3 0 0 0,0 2 0 0 0,1 3 0 0 0,-1 0 0 0 0,0 1 0 0 0,1-2 0 0 0,1 0 0 0 0,-1-3 0 0 0,0-2 0 0 0,0-3 0 0 0,2-1 0 0 0,1-6 0 0 0,0-14 0 0 0,0-11 0 0 0,1-15 0 0 0,3-13 0 0 0,0-18 0 0 0,2-10 0 0 0,1-12 0 0 0,1-14 0 0 0,0-10 0 0 0,-2-2 0 0 0,-2-13 0 0 0,0-2 0 0 0,-2 2 0 0 0,-1 10 0 0 0,-2 10 0 0 0,-4 16 0 0 0,0 18 0 0 0,0 17 0 0 0,2 21 0 0 0,1 17 0 0 0,2 16 0 0 0,0 14 0 0 0,1 15 0 0 0,0 13 0 0 0,0 13 0 0 0,0 10 0 0 0,-2 6 0 0 0,-1 5 0 0 0,-2 2 0 0 0,0-5 0 0 0,0-2 0 0 0,2-2 0 0 0,1-6 0 0 0,3-10 0 0 0,1-16 0 0 0,1-23 0 0 0,2-20 0 0 0,0-22 0 0 0,1-18 0 0 0,3-18 0 0 0,-1-10 0 0 0,0-4 0 0 0,0-4 0 0 0,-2-2 0 0 0,-2-3 0 0 0,-2-1 0 0 0,-3-3 0 0 0,-5 0 0 0 0,-2 8 0 0 0,-5 4 0 0 0,-3 8 0 0 0,-1 8 0 0 0,1 15 0 0 0,2 17 0 0 0,6 23 0 0 0,7 23 0 0 0,6 21 0 0 0,4 12 0 0 0,1 12 0 0 0,1 4 0 0 0,-2 1 0 0 0,-1-6 0 0 0,-1-7 0 0 0,1-10 0 0 0,-1-9 0 0 0,-1-14 0 0 0,-2-12 0 0 0,0-15 0 0 0,3-16 0 0 0,-1-12 0 0 0,-1-8 0 0 0,1-10 0 0 0,0-5 0 0 0,-2-5 0 0 0,-1-1 0 0 0,1 6 0 0 0,0 0 0 0 0,-1 1 0 0 0,-1 5 0 0 0,0 6 0 0 0,-1 9 0 0 0,-1 12 0 0 0,0 17 0 0 0,2 21 0 0 0,3 20 0 0 0,3 20 0 0 0,1 16 0 0 0,0 9 0 0 0,1 3 0 0 0,2-2 0 0 0,0-11 0 0 0,1-17 0 0 0,-1-20 0 0 0,-2-18 0 0 0,1-22 0 0 0,-2-18 0 0 0,0-14 0 0 0,1-11 0 0 0,1-12 0 0 0,0-6 0 0 0,4-10 0 0 0,-1-6 0 0 0,-1 0 0 0 0,-2 3 0 0 0,-3 5 0 0 0,-5 7 0 0 0,-4 13 0 0 0,-1 14 0 0 0,-2 13 0 0 0,-4 15 0 0 0,-2 14 0 0 0,1 13 0 0 0,-1 13 0 0 0,1 12 0 0 0,3 12 0 0 0,2 4 0 0 0,1 7 0 0 0,2 0 0 0 0,3-6 0 0 0,4-10 0 0 0,0-15 0 0 0,2-15 0 0 0,0-12 0 0 0,0-11 0 0 0,-1-9 0 0 0,1-9 0 0 0,-1-4 0 0 0,-2-4 0 0 0,-2-1 0 0 0,-3-1 0 0 0,-5-4 0 0 0,-3 0 0 0 0,-5 2 0 0 0,-5 6 0 0 0,-1 6 0 0 0,-3 7 0 0 0,0 6 0 0 0,2 9 0 0 0,2 5 0 0 0,2 3 0 0 0,3 5 0 0 0,2 3 0 0 0,3 3 0 0 0,0 4 0 0 0,1 4 0 0 0,3 0 0 0 0,1 1 0 0 0,4 0 0 0 0,4-1 0 0 0,3 1 0 0 0,3-5 0 0 0,4-3 0 0 0,4-4 0 0 0,-1-6 0 0 0,-6-7 0 0 0,-7-3 0 0 0,-5-3 0 0 0,-7-3 0 0 0,-6-2 0 0 0,-9-1 0 0 0,-9-1 0 0 0,-5 2 0 0 0,-2 3 0 0 0,0 4 0 0 0,5 1 0 0 0,5 3 0 0 0,7-2 0 0 0,8-2 0 0 0,6-3 0 0 0,4-2 0 0 0,0 1 0 0 0,-2 1 0 0 0,-2 3 0 0 0,3 1 0 0 0,3 3 0 0 0,8 2 0 0 0,4 2 0 0 0,5 1 0 0 0,0 1 0 0 0,-1 2 0 0 0,2 5 0 0 0,3 3 0 0 0,5 3 0 0 0,4 0 0 0 0,8 3 0 0 0,3 0 0 0 0,5-4 0 0 0,11-3 0 0 0,12-3 0 0 0,10-2 0 0 0,13-1 0 0 0,5-4 0 0 0,0-1 0 0 0,4-4 0 0 0,-1-4 0 0 0,-5-1 0 0 0,-11-2 0 0 0,-11 1 0 0 0,-21 0 0 0 0,-23 5 0 0 0,-29 5 0 0 0,-18 2 0 0 0,-17 0 0 0 0,-12 1 0 0 0,-5 0 0 0 0,2 1 0 0 0,5 0 0 0 0,10 0 0 0 0,14 0 0 0 0,16-2 0 0 0,12-2 0 0 0,18-3 0 0 0,13-5 0 0 0,10-3 0 0 0,9-2 0 0 0,5-3 0 0 0,8-1 0 0 0,4-2 0 0 0,1-2 0 0 0,-2-1 0 0 0,-9 2 0 0 0,-9 1 0 0 0,-17 4 0 0 0,-22 6 0 0 0,-20 4 0 0 0,-16 5 0 0 0,-14 2 0 0 0,-7 0 0 0 0,-5 1 0 0 0,-2 2 0 0 0,4 0 0 0 0,10 1 0 0 0,13-1 0 0 0,13 0 0 0 0,14-2 0 0 0,17 0 0 0 0,10-3 0 0 0,10-1 0 0 0,9-1 0 0 0,9-1 0 0 0,11 0 0 0 0,10 0 0 0 0,9-1 0 0 0,10-1 0 0 0,7-4 0 0 0,-6 0 0 0 0,1-2 0 0 0,-8 1 0 0 0,-22 4 0 0 0,-26 2 0 0 0,-29 4 0 0 0,-28 1 0 0 0,-23 0 0 0 0,-17-1 0 0 0,-7 0 0 0 0,-3 1 0 0 0,2 0 0 0 0,9-1 0 0 0,11-1 0 0 0,13 0 0 0 0,15-1 0 0 0,10-1 0 0 0,16 0 0 0 0,11 0 0 0 0,18-2 0 0 0,9-1 0 0 0,10-3 0 0 0,14 1 0 0 0,8-2 0 0 0,4 0 0 0 0,10 0 0 0 0,0 0 0 0 0,-2 2 0 0 0,-9 1 0 0 0,-14 2 0 0 0,-20 3 0 0 0,-24 5 0 0 0,-21 2 0 0 0,-17 1 0 0 0,-14 0 0 0 0,-13 2 0 0 0,-7-2 0 0 0,-1-1 0 0 0,2-3 0 0 0,8 0 0 0 0,12-1 0 0 0,17 0 0 0 0,22 0 0 0 0,20 0 0 0 0,18 0 0 0 0,12-2 0 0 0,16-2 0 0 0,10-5 0 0 0,14-1 0 0 0,10-1 0 0 0,3-3 0 0 0,17-1 0 0 0,-2-1 0 0 0,-13 1 0 0 0,-26 2 0 0 0,-31 4 0 0 0,-29 1 0 0 0,-32 3 0 0 0,-29 0 0 0 0,-24 2 0 0 0,-14-1 0 0 0,-11 1 0 0 0,-6-1 0 0 0,2 0 0 0 0,5 1 0 0 0,5-1 0 0 0,16 0 0 0 0,22 0 0 0 0,29 0 0 0 0,25 0 0 0 0,23 2 0 0 0,25 1 0 0 0,16 0 0 0 0,8 0 0 0 0,19-2 0 0 0,8 0 0 0 0,-2 0 0 0 0,-7-1 0 0 0,-9 2 0 0 0,-21 1 0 0 0,-22 0 0 0 0,-22 2 0 0 0,-23 2 0 0 0,-18 0 0 0 0,-19 1 0 0 0,-18-1 0 0 0,-16 1 0 0 0,-9-1 0 0 0,-7-2 0 0 0,-1-1 0 0 0,-1-2 0 0 0,3-4 0 0 0,6-1 0 0 0,11 0 0 0 0,13 1 0 0 0,11-3 0 0 0,14 1 0 0 0,13 0 0 0 0,12 2 0 0 0,12-3 0 0 0,12 1 0 0 0,9-1 0 0 0,10-1 0 0 0,8-1 0 0 0,2 1 0 0 0,0 1 0 0 0,-3-1 0 0 0,-4 1 0 0 0,-10 1 0 0 0,-11 1 0 0 0,-12 4 0 0 0,-12 4 0 0 0,-6 0 0 0 0,-2 1 0 0 0,0-4 0 0 0,2-2 0 0 0,2-4 0 0 0,2 0 0 0 0,1-3 0 0 0,5-2 0 0 0,3 1 0 0 0,4-1 0 0 0,4-1 0 0 0,0-2 0 0 0,3 0 0 0 0,8-3 0 0 0,2-2 0 0 0,-2 1 0 0 0,0 0 0 0 0,-5 2 0 0 0,-3 3 0 0 0,-2 2 0 0 0,-5 0 0 0 0,-3 2 0 0 0,-3 3 0 0 0,-2-2 0 0 0,-2 2 0 0 0,-1 0 0 0 0,0 2 0 0 0,0 3 0 0 0,0 1 0 0 0,0 1 0 0 0,0 0 0 0 0,-2 1 0 0 0,-1 0 0 0 0,1 0 0 0 0,-2 1 0 0 0,0 0 0 0 0,0-1 0 0 0,0 1 0 0 0,-3 4 0 0 0,-2 4 0 0 0,-3 0 0 0 0,-3 2 0 0 0,-3 2 0 0 0,-3 1 0 0 0,-3 2 0 0 0,-3 2 0 0 0,-2 2 0 0 0,-6 4 0 0 0,0 1 0 0 0,-5 4 0 0 0,-1-1 0 0 0,-1 3 0 0 0,2-6 0 0 0,4-4 0 0 0,5-13 0 0 0,8-9 0 0 0,9-13 0 0 0,6-6 0 0 0,4-9 0 0 0,4-3 0 0 0,-1-2 0 0 0,-2-1 0 0 0,-5 1 0 0 0,-9 2 0 0 0,-7 7 0 0 0,-17 4 0 0 0,-18 6 0 0 0,-24 8 0 0 0,-19 8 0 0 0,-21 7 0 0 0,-10 4 0 0 0,-14 6 0 0 0,-8 2 0 0 0,-12 2 0 0 0,0 0 0 0 0,-2 1 0 0 0,7 0 0 0 0,17-2 0 0 0,20-3 0 0 0,27-3 0 0 0,30-2 0 0 0,26-4 0 0 0,30 0 0 0 0,29 0 0 0 0,25-2 0 0 0,22-2 0 0 0,25-4 0 0 0,12-4 0 0 0,14-5 0 0 0,3-2 0 0 0,8-2 0 0 0,-2-2 0 0 0,-10-2 0 0 0,-15 0 0 0 0,-31-2 0 0 0,-39 3 0 0 0,-40 2 0 0 0,-42 3 0 0 0,-31 3 0 0 0,-42 2 0 0 0,-29 3 0 0 0,-27 1 0 0 0,-33 0 0 0 0,-26 0 0 0 0,-5 0 0 0 0,5 0 0 0 0,8 1 0 0 0,21-1 0 0 0,25 0 0 0 0,32-2 0 0 0,43 0 0 0 0,45 0 0 0 0,46-1 0 0 0,42 0 0 0 0,43-3 0 0 0,34 0 0 0 0,26 0 0 0 0,24-2 0 0 0,18 0 0 0 0,-2 1 0 0 0,-6 4 0 0 0,-8 1 0 0 0,-20 3 0 0 0,-30 3 0 0 0,-37 3 0 0 0,-43 0 0 0 0,-38 0 0 0 0,-39-2 0 0 0,-38 1 0 0 0,-32-2 0 0 0,-29-1 0 0 0,-14-3 0 0 0,-12-1 0 0 0,-7-1 0 0 0,-4-1 0 0 0,12 0 0 0 0,15 0 0 0 0,19-1 0 0 0,23 1 0 0 0,30-3 0 0 0,34 0 0 0 0,32 0 0 0 0,30 1 0 0 0,30 0 0 0 0,32 1 0 0 0,25 0 0 0 0,20 1 0 0 0,9 0 0 0 0,11 0 0 0 0,-1-2 0 0 0,-3-1 0 0 0,-15 0 0 0 0,-26 1 0 0 0,-37 0 0 0 0,-37 4 0 0 0,-42 0 0 0 0,-35 1 0 0 0,-39-1 0 0 0,-27 0 0 0 0,-20-1 0 0 0,-19 0 0 0 0,-17-3 0 0 0,-9-3 0 0 0,-2-4 0 0 0,5-1 0 0 0,14-1 0 0 0,23 3 0 0 0,26 3 0 0 0,39 1 0 0 0,39 2 0 0 0,41 1 0 0 0,40 1 0 0 0,36 1 0 0 0,24-1 0 0 0,21 1 0 0 0,9-1 0 0 0,7 0 0 0 0,-4 3 0 0 0,-7 2 0 0 0,-19 4 0 0 0,-28 1 0 0 0,-29 0 0 0 0,-33 1 0 0 0,-35 2 0 0 0,-30 2 0 0 0,-33 0 0 0 0,-28-2 0 0 0,-19-3 0 0 0,-12-4 0 0 0,-13-5 0 0 0,-8-4 0 0 0,3-5 0 0 0,4-1 0 0 0,11-1 0 0 0,23 1 0 0 0,29 3 0 0 0,32 1 0 0 0,29 2 0 0 0,40 2 0 0 0,32 0 0 0 0,35-1 0 0 0,31 0 0 0 0,26-3 0 0 0,19-3 0 0 0,14 1 0 0 0,0 1 0 0 0,-2 1 0 0 0,-14 3 0 0 0,-22 2 0 0 0,-28 3 0 0 0,-31 2 0 0 0,-32 0 0 0 0,-32 0 0 0 0,-28 1 0 0 0,-25 0 0 0 0,-17-2 0 0 0,-18 2 0 0 0,-9-1 0 0 0,2-2 0 0 0,8 0 0 0 0,20 1 0 0 0,23 0 0 0 0,36-1 0 0 0,34 0 0 0 0,31-2 0 0 0,29-2 0 0 0,21-2 0 0 0,18-2 0 0 0,19-3 0 0 0,17-2 0 0 0,12-2 0 0 0,-4 1 0 0 0,-3 0 0 0 0,-16 0 0 0 0,-20 2 0 0 0,-28 2 0 0 0,-36 5 0 0 0,-40 4 0 0 0,-41 6 0 0 0,-36 4 0 0 0,-42 4 0 0 0,-25 1 0 0 0,-20-1 0 0 0,-15 1 0 0 0,-11-4 0 0 0,-2-1 0 0 0,8-3 0 0 0,12-1 0 0 0,24-1 0 0 0,28-2 0 0 0,32-3 0 0 0,30 0 0 0 0,33-2 0 0 0,36-2 0 0 0,32-4 0 0 0,35 0 0 0 0,27-2 0 0 0,20-2 0 0 0,6 2 0 0 0,8-2 0 0 0,5 2 0 0 0,-7 2 0 0 0,-14 2 0 0 0,-26 2 0 0 0,-37 4 0 0 0,-44 3 0 0 0,-44 3 0 0 0,-43 3 0 0 0,-42 4 0 0 0,-34 0 0 0 0,-27-1 0 0 0,-21-3 0 0 0,-22-2 0 0 0,-10-4 0 0 0,7-2 0 0 0,8 0 0 0 0,12 0 0 0 0,18 2 0 0 0,28 0 0 0 0,37 1 0 0 0,37 0 0 0 0,43 1 0 0 0,39 0 0 0 0,34-2 0 0 0,33-2 0 0 0,30-3 0 0 0,20-2 0 0 0,14-3 0 0 0,12-1 0 0 0,17-1 0 0 0,5 1 0 0 0,-3-2 0 0 0,-16 1 0 0 0,-26 2 0 0 0,-31 1 0 0 0,-35 4 0 0 0,-37 2 0 0 0,-31 1 0 0 0,-33 1 0 0 0,-36 4 0 0 0,-34 1 0 0 0,-35 1 0 0 0,-29-3 0 0 0,-18-2 0 0 0,-11-1 0 0 0,-6 0 0 0 0,2-1 0 0 0,14 0 0 0 0,17 2 0 0 0,26-1 0 0 0,32 2 0 0 0,34 0 0 0 0,31-2 0 0 0,41-1 0 0 0,34-1 0 0 0,41 0 0 0 0,30-4 0 0 0,28-4 0 0 0,34-4 0 0 0,16-4 0 0 0,17-2 0 0 0,3 0 0 0 0,6 0 0 0 0,-6 3 0 0 0,-21 4 0 0 0,-25 3 0 0 0,-32 3 0 0 0,-38 1 0 0 0,-38 2 0 0 0,-38 3 0 0 0,-34 1 0 0 0,-32 2 0 0 0,-34 2 0 0 0,-33 0 0 0 0,-26-1 0 0 0,-22 0 0 0 0,-4-1 0 0 0,-2-2 0 0 0,8 2 0 0 0,14-2 0 0 0,18 0 0 0 0,26-1 0 0 0,31-2 0 0 0,38 0 0 0 0,36-3 0 0 0,33-6 0 0 0,31-3 0 0 0,26-3 0 0 0,21-3 0 0 0,17-2 0 0 0,5 1 0 0 0,-4 1 0 0 0,1-1 0 0 0,-8 2 0 0 0,-15 2 0 0 0,-22 0 0 0 0,-28 4 0 0 0,-28 2 0 0 0,-37 6 0 0 0,-32 5 0 0 0,-24 4 0 0 0,-19 4 0 0 0,-8 2 0 0 0,-2-1 0 0 0,5-1 0 0 0,13-2 0 0 0,18-4 0 0 0,18-4 0 0 0,22-4 0 0 0,19-4 0 0 0,16-2 0 0 0,16-3 0 0 0,11 0 0 0 0,10 1 0 0 0,11 0 0 0 0,5-1 0 0 0,6 2 0 0 0,4 0 0 0 0,1-1 0 0 0,0 3 0 0 0,-11 1 0 0 0,-14 3 0 0 0,-21 4 0 0 0,-23 4 0 0 0,-22 2 0 0 0,-21 1 0 0 0,-15 3 0 0 0,-10-1 0 0 0,-4 1 0 0 0,3-2 0 0 0,8 0 0 0 0,13 0 0 0 0,16-3 0 0 0,15-4 0 0 0,17-5 0 0 0,12-3 0 0 0,8-4 0 0 0,4 1 0 0 0,1-1 0 0 0,2 0 0 0 0,-2 1 0 0 0,-3 3 0 0 0,-7 2 0 0 0,-13 2 0 0 0,-13 2 0 0 0,-15 5 0 0 0,-16 5 0 0 0,-20 3 0 0 0,-13 1 0 0 0,-13 2 0 0 0,-8 2 0 0 0,-9 3 0 0 0,1 0 0 0 0,0 2 0 0 0,5 1 0 0 0,10 0 0 0 0,15-3 0 0 0,18-3 0 0 0,17-6 0 0 0,15-5 0 0 0,20-2 0 0 0,19-5 0 0 0,13-3 0 0 0,10-2 0 0 0,9 0 0 0 0,1 0 0 0 0,1 2 0 0 0,-4 2 0 0 0,-10 0 0 0 0,-10 1 0 0 0,-17 4 0 0 0,-17 2 0 0 0,-21 6 0 0 0,-18 5 0 0 0,-18 3 0 0 0,-17 2 0 0 0,-7 0 0 0 0,-1-1 0 0 0,2-2 0 0 0,10-1 0 0 0,9-4 0 0 0,13-2 0 0 0,17-3 0 0 0,23-7 0 0 0,17-4 0 0 0,17-3 0 0 0,14-6 0 0 0,11-3 0 0 0,7-1 0 0 0,4-1 0 0 0,2 1 0 0 0,-1 1 0 0 0,-8 2 0 0 0,-14 4 0 0 0,-18 4 0 0 0,-16 4 0 0 0,-19 5 0 0 0,-15 2 0 0 0,-21 2 0 0 0,-13 2 0 0 0,-12 2 0 0 0,-4 1 0 0 0,-4 0 0 0 0,2-1 0 0 0,5-3 0 0 0,8-1 0 0 0,9-2 0 0 0,8-2 0 0 0,14-1 0 0 0,12-2 0 0 0,14-2 0 0 0,14-2 0 0 0,15-3 0 0 0,13-4 0 0 0,8-4 0 0 0,3 2 0 0 0,7-3 0 0 0,-2 2 0 0 0,-6 2 0 0 0,-11 4 0 0 0,-18 6 0 0 0,-25 8 0 0 0,-22 7 0 0 0,-22 5 0 0 0,-21 4 0 0 0,-17 3 0 0 0,-14 3 0 0 0,-5 2 0 0 0,-7 5 0 0 0,3 3 0 0 0,3 2 0 0 0,9-1 0 0 0,17-8 0 0 0,24-12 0 0 0,24-11 0 0 0,24-11 0 0 0,21-11 0 0 0,17-8 0 0 0,10-4 0 0 0,5-3 0 0 0,-1 1 0 0 0,-13 5 0 0 0,-17 7 0 0 0,-23 5 0 0 0,-31 7 0 0 0,-25 6 0 0 0,-28 8 0 0 0,-23 3 0 0 0,-20 3 0 0 0,-9-3 0 0 0,-14-2 0 0 0,-1-5 0 0 0,-3-2 0 0 0,-4-1 0 0 0,20 0 0 0 0,36-1 0 0 0,40-2 0 0 0,44-2 0 0 0,42-6 0 0 0,34-5 0 0 0,38-4 0 0 0,32-4 0 0 0,28-3 0 0 0,8-1 0 0 0,6 5 0 0 0,-1 2 0 0 0,-19 5 0 0 0,-29 4 0 0 0,-36 6 0 0 0,-37 5 0 0 0,-40 3 0 0 0,-33 2 0 0 0,-41 4 0 0 0,-31 1 0 0 0,-34 0 0 0 0,-26-2 0 0 0,-17-3 0 0 0,-10-6 0 0 0,-6-4 0 0 0,7-5 0 0 0,16-1 0 0 0,21-2 0 0 0,26 1 0 0 0,34 0 0 0 0,39 2 0 0 0,36-1 0 0 0,38-2 0 0 0,34 0 0 0 0,34-2 0 0 0,25 0 0 0 0,25-1 0 0 0,17 1 0 0 0,8 2 0 0 0,-6 1 0 0 0,-3 3 0 0 0,-14 2 0 0 0,-26 2 0 0 0,-29 1 0 0 0,-34 1 0 0 0,-30 3 0 0 0,-31 3 0 0 0,-34 3 0 0 0,-35-1 0 0 0,-37 2 0 0 0,-26-2 0 0 0,-19-1 0 0 0,-13-3 0 0 0,-10-2 0 0 0,5-3 0 0 0,3-2 0 0 0,12-2 0 0 0,19-1 0 0 0,31 1 0 0 0,30 1 0 0 0,32 2 0 0 0,28-2 0 0 0,31 0 0 0 0,27-1 0 0 0,31-3 0 0 0,26 1 0 0 0,15-1 0 0 0,16-2 0 0 0,20 1 0 0 0,7 0 0 0 0,-2 1 0 0 0,-3 3 0 0 0,-12 3 0 0 0,-21 3 0 0 0,-31 3 0 0 0,-32 4 0 0 0,-32 2 0 0 0,-31 2 0 0 0,-25 1 0 0 0,-28 4 0 0 0,-21 0 0 0 0,-20 2 0 0 0,-17 1 0 0 0,-17 1 0 0 0,-4 1 0 0 0,-6 3 0 0 0,5 0 0 0 0,14-1 0 0 0,19 0 0 0 0,33-4 0 0 0,39-5 0 0 0,43-6 0 0 0,37-4 0 0 0,41-5 0 0 0,31-5 0 0 0,26-2 0 0 0,31-4 0 0 0,18 0 0 0 0,8-1 0 0 0,-3 2 0 0 0,-13 2 0 0 0,-23 4 0 0 0,-35 3 0 0 0,-40 3 0 0 0,-43 3 0 0 0,-43 3 0 0 0,-45 5 0 0 0,-46 2 0 0 0,-43 1 0 0 0,-30 0 0 0 0,-32-2 0 0 0,-27-4 0 0 0,-5-4 0 0 0,-6-2 0 0 0,9-3 0 0 0,16-1 0 0 0,30 0 0 0 0,33-1 0 0 0,46 1 0 0 0,56-1 0 0 0,53-2 0 0 0,47-2 0 0 0,47-2 0 0 0,33 0 0 0 0,27 0 0 0 0,17 1 0 0 0,7 2 0 0 0,-2 4 0 0 0,-15 4 0 0 0,-28 4 0 0 0,-36 3 0 0 0,-39 1 0 0 0,-40 2 0 0 0,-32 2 0 0 0,-31 2 0 0 0,-31-1 0 0 0,-18 0 0 0 0,-21-4 0 0 0,-7-3 0 0 0,0-4 0 0 0,1-3 0 0 0,8-2 0 0 0,16 1 0 0 0,28 1 0 0 0,39-1 0 0 0,34-3 0 0 0,34-1 0 0 0,29-2 0 0 0,24-1 0 0 0,15 0 0 0 0,3 2 0 0 0,-7 0 0 0 0,-21 2 0 0 0,-26 0 0 0 0,-32 3 0 0 0,-31 4 0 0 0,-35 2 0 0 0,-31 1 0 0 0,-25 0 0 0 0,-24 0 0 0 0,-14-3 0 0 0,-18-4 0 0 0,-5-3 0 0 0,-9-3 0 0 0,6-3 0 0 0,5-1 0 0 0,16 1 0 0 0,23 2 0 0 0,24 2 0 0 0,33 1 0 0 0,27 1 0 0 0,30 3 0 0 0,29 4 0 0 0,19 3 0 0 0,17 2 0 0 0,15 1 0 0 0,4 2 0 0 0,1 0 0 0 0,-10 0 0 0 0,-17 0 0 0 0,-26 3 0 0 0,-25 0 0 0 0,-31-1 0 0 0,-25 0 0 0 0,-24 2 0 0 0,-15-3 0 0 0,-11-1 0 0 0,-7-3 0 0 0,3-3 0 0 0,7-4 0 0 0,15-1 0 0 0,19-3 0 0 0,25 0 0 0 0,22 0 0 0 0,28-3 0 0 0,30-3 0 0 0,26-3 0 0 0,31-2 0 0 0,21-2 0 0 0,18-2 0 0 0,15-2 0 0 0,11-1 0 0 0,-4 4 0 0 0,-9 2 0 0 0,-19 2 0 0 0,-27 3 0 0 0,-33 6 0 0 0,-30 2 0 0 0,-30 3 0 0 0,-24 2 0 0 0,-27 1 0 0 0,-16 3 0 0 0,-11-1 0 0 0,-3-2 0 0 0,4-2 0 0 0,12-2 0 0 0,16-2 0 0 0,18 0 0 0 0,29-6 0 0 0,24-1 0 0 0,26-5 0 0 0,21-5 0 0 0,23-2 0 0 0,10-3 0 0 0,19 1 0 0 0,9-2 0 0 0,15 1 0 0 0,-2 2 0 0 0,-1 1 0 0 0,-14 4 0 0 0,-26 5 0 0 0,-31 3 0 0 0,-32 6 0 0 0,-30 4 0 0 0,-23 2 0 0 0,-25 5 0 0 0,-23 2 0 0 0,-21 2 0 0 0,-13 0 0 0 0,-16 0 0 0 0,-2 0 0 0 0,1-2 0 0 0,5-2 0 0 0,10-3 0 0 0,18-2 0 0 0,20 0 0 0 0,25-1 0 0 0,24-1 0 0 0,32-2 0 0 0,24-1 0 0 0,29-3 0 0 0,24-3 0 0 0,21-3 0 0 0,18-3 0 0 0,13-2 0 0 0,-2 0 0 0 0,-2 1 0 0 0,-7 3 0 0 0,-16 3 0 0 0,-22 3 0 0 0,-27 1 0 0 0,-33 2 0 0 0,-26 0 0 0 0,-31 3 0 0 0,-26 0 0 0 0,-27 1 0 0 0,-27-2 0 0 0,-18 3 0 0 0,-10-1 0 0 0,-3 0 0 0 0,8 0 0 0 0,16 1 0 0 0,20-1 0 0 0,25-1 0 0 0,21-1 0 0 0,24-4 0 0 0,24-3 0 0 0,21-5 0 0 0,19-7 0 0 0,13-1 0 0 0,13-6 0 0 0,7-2 0 0 0,4 0 0 0 0,0 0 0 0 0,-1 0 0 0 0,-3 0 0 0 0,-8 2 0 0 0,-5 0 0 0 0,-9 5 0 0 0,-17 2 0 0 0,-21 8 0 0 0,-21 6 0 0 0,-20 9 0 0 0,-15 9 0 0 0,-11 5 0 0 0,-2 4 0 0 0,0 6 0 0 0,0 1 0 0 0,4 1 0 0 0,3-3 0 0 0,6-4 0 0 0,4-7 0 0 0,7-6 0 0 0,6-5 0 0 0,11-6 0 0 0,8-5 0 0 0,6-5 0 0 0,3-5 0 0 0,1-3 0 0 0,2 0 0 0 0,-1-1 0 0 0,-2 2 0 0 0,-4 1 0 0 0,-4 2 0 0 0,-4 2 0 0 0,-6 5 0 0 0,-5 5 0 0 0,-5 8 0 0 0,-1 8 0 0 0,-1 5 0 0 0,0 2 0 0 0,1 1 0 0 0,3 0 0 0 0,3-2 0 0 0,4-2 0 0 0,3-5 0 0 0,1-4 0 0 0,4-4 0 0 0,1-3 0 0 0,3-7 0 0 0,2-5 0 0 0,2-5 0 0 0,1-6 0 0 0,0-3 0 0 0,-3 0 0 0 0,-1-1 0 0 0,-1-1 0 0 0,-4-1 0 0 0,-2 4 0 0 0,-5 3 0 0 0,-2 4 0 0 0,-1 0 0 0 0,-2 9 0 0 0,0 11 0 0 0,-2 13 0 0 0,-1 9 0 0 0,-1 10 0 0 0,0 8 0 0 0,0 5 0 0 0,0 1 0 0 0,-1 2 0 0 0,-1 0 0 0 0,-1 1 0 0 0,0-5 0 0 0,0-7 0 0 0,1-14 0 0 0,1-19 0 0 0,1-12 0 0 0,0-14 0 0 0,2-10 0 0 0,3-5 0 0 0,2-9 0 0 0,-2-2 0 0 0,1-1 0 0 0,0 5 0 0 0,-1 5 0 0 0,-4 5 0 0 0,-5 6 0 0 0,-3 6 0 0 0,-6 9 0 0 0,0 10 0 0 0,0 12 0 0 0,-3 10 0 0 0,-3 13 0 0 0,-1 7 0 0 0,-4 10 0 0 0,0 4 0 0 0,0 1 0 0 0,1-4 0 0 0,2-7 0 0 0,5-8 0 0 0,5-14 0 0 0,7-14 0 0 0,9-15 0 0 0,7-15 0 0 0,8-11 0 0 0,3-9 0 0 0,4-4 0 0 0,1-5 0 0 0,-1 0 0 0 0,-4-1 0 0 0,-5 3 0 0 0,-8 7 0 0 0,-8 7 0 0 0,-9 10 0 0 0,-8 7 0 0 0,-6 9 0 0 0,-7 10 0 0 0,-5 9 0 0 0,-1 9 0 0 0,0 9 0 0 0,3 9 0 0 0,3 9 0 0 0,4 8 0 0 0,3 4 0 0 0,6 0 0 0 0,7-4 0 0 0,8-7 0 0 0,8-8 0 0 0,7-9 0 0 0,9-8 0 0 0,6-6 0 0 0,3-6 0 0 0,3-6 0 0 0,3-7 0 0 0,0-5 0 0 0,4-7 0 0 0,-3-6 0 0 0,-2-7 0 0 0,-3-7 0 0 0,-7-2 0 0 0,-8-3 0 0 0,-10-1 0 0 0,-12 0 0 0 0,-11 1 0 0 0,-16 4 0 0 0,-19 1 0 0 0,-20 5 0 0 0,-14 6 0 0 0,-7 6 0 0 0,-10 6 0 0 0,-1 7 0 0 0,-5 10 0 0 0,2 8 0 0 0,7 6 0 0 0,10 6 0 0 0,11 5 0 0 0,11 4 0 0 0,17 2 0 0 0,16-4 0 0 0,15-2 0 0 0,16-6 0 0 0,14-2 0 0 0,12-4 0 0 0,9-3 0 0 0,9-5 0 0 0,9-4 0 0 0,5-5 0 0 0,1-5 0 0 0,8-7 0 0 0,3-7 0 0 0,2-8 0 0 0,-3-5 0 0 0,-6-3 0 0 0,-11 0 0 0 0,-14 2 0 0 0,-19 4 0 0 0,-15 1 0 0 0,-19 2 0 0 0,-21 3 0 0 0,-19 2 0 0 0,-18 3 0 0 0,-15 5 0 0 0,-15 5 0 0 0,-7 3 0 0 0,-10 7 0 0 0,-1 6 0 0 0,-7 9 0 0 0,-1 8 0 0 0,6 8 0 0 0,6 8 0 0 0,12 0 0 0 0,18 3 0 0 0,24-6 0 0 0,22-7 0 0 0,21-7 0 0 0,20-7 0 0 0,18-5 0 0 0,14-5 0 0 0,11-4 0 0 0,15-5 0 0 0,7-1 0 0 0,10-7 0 0 0,11-6 0 0 0,5-7 0 0 0,1-2 0 0 0,-2-5 0 0 0,-7-2 0 0 0,-17 0 0 0 0,-20 4 0 0 0,-22 2 0 0 0,-21 3 0 0 0,-23 0 0 0 0,-26 0 0 0 0,-22 4 0 0 0,-26 4 0 0 0,-18 4 0 0 0,-14 5 0 0 0,-17 2 0 0 0,-13 7 0 0 0,-4 3 0 0 0,-4 5 0 0 0,7 4 0 0 0,7 6 0 0 0,13 3 0 0 0,23 1 0 0 0,29-4 0 0 0,32-5 0 0 0,31-3 0 0 0,31-3 0 0 0,29-1 0 0 0,27-3 0 0 0,24-4 0 0 0,12-3 0 0 0,17-1 0 0 0,9-3 0 0 0,13 0 0 0 0,1 0 0 0 0,-8-1 0 0 0,-16-2 0 0 0,-24-1 0 0 0,-30-1 0 0 0,-31-3 0 0 0,-31-2 0 0 0,-33-2 0 0 0,-27-1 0 0 0,-24 0 0 0 0,-26-1 0 0 0,-19 0 0 0 0,-16 0 0 0 0,-4 0 0 0 0,-10 0 0 0 0,2 3 0 0 0,0 2 0 0 0,12 4 0 0 0,5 2 0 0 0,29 2 0 0 0,40 1 0 0 0,41 2 0 0 0,39 2 0 0 0,35 0 0 0 0,25-2 0 0 0,21 1 0 0 0,13-4 0 0 0,-2-2 0 0 0,-3-2 0 0 0,-14 0 0 0 0,-19 0 0 0 0,-23 1 0 0 0,-24 2 0 0 0,-24-2 0 0 0,-30 1 0 0 0,-25 0 0 0 0,-29 0 0 0 0,-24 0 0 0 0,-10-1 0 0 0,-13 0 0 0 0,-1 2 0 0 0,-5 0 0 0 0,6 2 0 0 0,11-1 0 0 0,19 3 0 0 0,24 2 0 0 0,31-1 0 0 0,34-1 0 0 0,35-2 0 0 0,33-5 0 0 0,27-2 0 0 0,23-4 0 0 0,17-3 0 0 0,17-5 0 0 0,8-4 0 0 0,2-1 0 0 0,-1-3 0 0 0,-13 2 0 0 0,-18 2 0 0 0,-27 6 0 0 0,-28 3 0 0 0,-26 4 0 0 0,-25 1 0 0 0,-28 0 0 0 0,-24 2 0 0 0,-16 1 0 0 0,-18 3 0 0 0,-13 3 0 0 0,-8 5 0 0 0,-6 3 0 0 0,2 3 0 0 0,3 4 0 0 0,5 8 0 0 0,5 8 0 0 0,12 3 0 0 0,13 3 0 0 0,15-1 0 0 0,18-3 0 0 0,20-9 0 0 0,21-7 0 0 0,18-7 0 0 0,19-9 0 0 0,18-8 0 0 0,10-7 0 0 0,13-6 0 0 0,5-4 0 0 0,9-5 0 0 0,-4-2 0 0 0,-6-5 0 0 0,-24 1 0 0 0,-27 5 0 0 0,-32 4 0 0 0,-29 5 0 0 0,-28 6 0 0 0,-23 6 0 0 0,-19 3 0 0 0,-9 4 0 0 0,-11 4 0 0 0,-6 4 0 0 0,-8 4 0 0 0,-1 4 0 0 0,5 7 0 0 0,16 6 0 0 0,20 7 0 0 0,23 3 0 0 0,24 1 0 0 0,22-2 0 0 0,26 0 0 0 0,20-2 0 0 0,22-1 0 0 0,25-5 0 0 0,19-7 0 0 0,17-6 0 0 0,21-7 0 0 0,8-4 0 0 0,3-8 0 0 0,11-7 0 0 0,1-7 0 0 0,-1-5 0 0 0,-13-3 0 0 0,-21-1 0 0 0,-27-2 0 0 0,-30 3 0 0 0,-29 0 0 0 0,-29 1 0 0 0,-26-3 0 0 0,-19 2 0 0 0,-22-3 0 0 0,-18 2 0 0 0,-17 1 0 0 0,-15 3 0 0 0,-5 2 0 0 0,-1 3 0 0 0,-9 5 0 0 0,0 1 0 0 0,1 4 0 0 0,7 5 0 0 0,5 8 0 0 0,12 5 0 0 0,17 5 0 0 0,17 8 0 0 0,21 2 0 0 0,18 1 0 0 0,18 1 0 0 0,15 0 0 0 0,17-1 0 0 0,13-2 0 0 0,13-2 0 0 0,14-2 0 0 0,10-5 0 0 0,11-5 0 0 0,6-4 0 0 0,11-7 0 0 0,6-7 0 0 0,5-6 0 0 0,10-7 0 0 0,1-3 0 0 0,-5-2 0 0 0,-9-1 0 0 0,-20 2 0 0 0,-26 5 0 0 0,-27 3 0 0 0,-30 3 0 0 0,-30 4 0 0 0,-34 3 0 0 0,-30 3 0 0 0,-25 4 0 0 0,-23 3 0 0 0,-10 2 0 0 0,-9 6 0 0 0,1 3 0 0 0,9 3 0 0 0,5 7 0 0 0,14 3 0 0 0,13 1 0 0 0,23-1 0 0 0,24-3 0 0 0,26-5 0 0 0,24-5 0 0 0,20-1 0 0 0,16-1 0 0 0,16 2 0 0 0,15 1 0 0 0,7-2 0 0 0,1-1 0 0 0,-5-2 0 0 0,-9-4 0 0 0,-14-2 0 0 0,-15 1 0 0 0,-21-1 0 0 0,-19-2 0 0 0,-19 0 0 0 0,-11-1 0 0 0,-15 0 0 0 0,-7-1 0 0 0,-4 0 0 0 0,-7-2 0 0 0,-2-2 0 0 0,4 1 0 0 0,11 1 0 0 0,13 0 0 0 0,20 1 0 0 0,21 0 0 0 0,25 3 0 0 0,25 1 0 0 0,18-2 0 0 0,18-1 0 0 0,13-4 0 0 0,3 0 0 0 0,-5 0 0 0 0,-9 1 0 0 0,-18 1 0 0 0,-20 0 0 0 0,-28 2 0 0 0,-24-1 0 0 0,-20 1 0 0 0,-20 0 0 0 0,-14 1 0 0 0,-7-4 0 0 0,-4 1 0 0 0,6-1 0 0 0,9 0 0 0 0,13 2 0 0 0,20 0 0 0 0,22 0 0 0 0,24 1 0 0 0,26-2 0 0 0,19-1 0 0 0,16 0 0 0 0,14 1 0 0 0,2 0 0 0 0,3 1 0 0 0,-2 1 0 0 0,-10-1 0 0 0,-16 1 0 0 0,-19 0 0 0 0,-24 1 0 0 0,-22-1 0 0 0,-18 0 0 0 0,-19 0 0 0 0,-15 0 0 0 0,-10 0 0 0 0,-7 0 0 0 0,-2 0 0 0 0,1 0 0 0 0,4 0 0 0 0,8 2 0 0 0,7 1 0 0 0,12 0 0 0 0,12 0 0 0 0,8-2 0 0 0,7 3 0 0 0,2-1 0 0 0,0 3 0 0 0,-1-1 0 0 0,-1 2 0 0 0,0-1 0 0 0,2-1 0 0 0,0-1 0 0 0,-1 0 0 0 0,1 0 0 0 0,-5 2 0 0 0,0 0 0 0 0,1-2 0 0 0,-3 1 0 0 0,-1 3 0 0 0,0-1 0 0 0,3 1 0 0 0,7-1 0 0 0,11 1 0 0 0,13-2 0 0 0,12 0 0 0 0,11-1 0 0 0,10 0 0 0 0,16-1 0 0 0,14-1 0 0 0,19-2 0 0 0,20-2 0 0 0,18-4 0 0 0,14-4 0 0 0,15-4 0 0 0,4-3 0 0 0,9-2 0 0 0,7-4 0 0 0,21-5 0 0 0,10-2 0 0 0,-1-1 0 0 0,7-2 0 0 0,8-5 0 0 0,-4-1 0 0 0,2-3 0 0 0,-7-1 0 0 0,-8 1 0 0 0,-23 6 0 0 0,-22 6 0 0 0,-31 8 0 0 0,-34 8 0 0 0,-36 6 0 0 0,-31 4 0 0 0,-26 3 0 0 0,-24 1 0 0 0,-22 1 0 0 0,-22-1 0 0 0,-16 1 0 0 0,-22 1 0 0 0,-10 0 0 0 0,-11 3 0 0 0,-12 2 0 0 0,-1 2 0 0 0,2 1 0 0 0,-2 5 0 0 0,11 0 0 0 0,13 1 0 0 0,17-3 0 0 0,20-4 0 0 0,22-1 0 0 0,24-2 0 0 0,25 0 0 0 0,30 1 0 0 0,27 2 0 0 0,26-2 0 0 0,17-1 0 0 0,21 0 0 0 0,11-1 0 0 0,19-2 0 0 0,5-1 0 0 0,9-1 0 0 0,-4 1 0 0 0,-10 0 0 0 0,-16 4 0 0 0,-28 1 0 0 0,-31 2 0 0 0,-30 1 0 0 0,-29 1 0 0 0,-31 3 0 0 0,-29 1 0 0 0,-22 1 0 0 0,-19 2 0 0 0,-8-1 0 0 0,3 0 0 0 0,3-1 0 0 0,11-2 0 0 0,14-2 0 0 0,21-2 0 0 0,24-3 0 0 0,26 0 0 0 0,28-2 0 0 0,24-1 0 0 0,21-2 0 0 0,16-2 0 0 0,15 0 0 0 0,16-1 0 0 0,6 0 0 0 0,8-3 0 0 0,-5 0 0 0 0,-13-1 0 0 0,-14 4 0 0 0,-24 1 0 0 0,-23 1 0 0 0,-27 2 0 0 0,-21 1 0 0 0,-22 1 0 0 0,-20 0 0 0 0,-20 1 0 0 0,-10 2 0 0 0,-6 2 0 0 0,0 3 0 0 0,6 0 0 0 0,7-1 0 0 0,9 0 0 0 0,9 0 0 0 0,9-2 0 0 0,13 0 0 0 0,11-3 0 0 0,17 0 0 0 0,16-1 0 0 0,11-3 0 0 0,6-1 0 0 0,9 1 0 0 0,3 0 0 0 0,1-1 0 0 0,-5-1 0 0 0,-10 2 0 0 0,-20 0 0 0 0,-16-1 0 0 0,-22 1 0 0 0,-18 1 0 0 0,-15-1 0 0 0,-9-1 0 0 0,-5-2 0 0 0,-2 0 0 0 0,6 0 0 0 0,9-1 0 0 0,14 0 0 0 0,23-1 0 0 0,22 1 0 0 0,15 0 0 0 0,18 0 0 0 0,9 0 0 0 0,5 0 0 0 0,1 0 0 0 0,0-2 0 0 0,-4-2 0 0 0,-6 2 0 0 0,-9-3 0 0 0,-7-2 0 0 0,-9 0 0 0 0,-6 1 0 0 0,-4-1 0 0 0,-2 2 0 0 0,-2 0 0 0 0,0 2 0 0 0,0 1 0 0 0,2-1 0 0 0,2 0 0 0 0,0 0 0 0 0,2-1 0 0 0,0-1 0 0 0,0 2 0 0 0,-2 0 0 0 0,0 1 0 0 0,-4 1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22:30:25.20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32537 8295 16383 0 0,'-3'0'0'0'0,"-4"0"0"0"0,-4 0 0 0 0,-4 3 0 0 0,-1 1 0 0 0,-12 3 0 0 0,-21 3 0 0 0,-19 1 0 0 0,-13-3 0 0 0,-9 1 0 0 0,-22 0 0 0 0,-27-3 0 0 0,-5-2 0 0 0,9-2 0 0 0,16 2 0 0 0,9 1 0 0 0,26-1 0 0 0,34-2 0 0 0,35 0 0 0 0,32-1 0 0 0,29-3 0 0 0,21-2 0 0 0,16 0 0 0 0,12 0 0 0 0,9-1 0 0 0,1-1 0 0 0,0 1 0 0 0,-4 2 0 0 0,-3 0 0 0 0,-6 2 0 0 0,-9 0 0 0 0,-9 1 0 0 0,-11 0 0 0 0,-14 1 0 0 0,-18-1 0 0 0,-23 0 0 0 0,-22 3 0 0 0,-19 2 0 0 0,-19-1 0 0 0,-16-1 0 0 0,-12-1 0 0 0,-14-1 0 0 0,-7 0 0 0 0,-1-1 0 0 0,-6 0 0 0 0,4 0 0 0 0,7 0 0 0 0,13 3 0 0 0,16 1 0 0 0,15 0 0 0 0,21-1 0 0 0,21-4 0 0 0,19-2 0 0 0,18-3 0 0 0,13-1 0 0 0,3 1 0 0 0,4-2 0 0 0,10 1 0 0 0,-2 1 0 0 0,-16 2 0 0 0,-24 1 0 0 0,-23 2 0 0 0,-27 4 0 0 0,-24 4 0 0 0,-19 1 0 0 0,-17 0 0 0 0,-11-2 0 0 0,-12 1 0 0 0,-11-1 0 0 0,-7-1 0 0 0,3-1 0 0 0,0-2 0 0 0,13 2 0 0 0,22 1 0 0 0,20-2 0 0 0,28 0 0 0 0,34-1 0 0 0,30-4 0 0 0,25-1 0 0 0,24-4 0 0 0,18-1 0 0 0,23 2 0 0 0,12-2 0 0 0,5 1 0 0 0,2 1 0 0 0,-2 2 0 0 0,0 2 0 0 0,-11 0 0 0 0,-14 2 0 0 0,-21 0 0 0 0,-22 3 0 0 0,-27 5 0 0 0,-27 3 0 0 0,-22 1 0 0 0,-25-3 0 0 0,-18 1 0 0 0,-9-1 0 0 0,-4-3 0 0 0,-1-1 0 0 0,-6 0 0 0 0,3 0 0 0 0,10 0 0 0 0,14-2 0 0 0,21-2 0 0 0,19 0 0 0 0,20-3 0 0 0,19-3 0 0 0,16 1 0 0 0,14-2 0 0 0,11-1 0 0 0,2 2 0 0 0,-1 1 0 0 0,-1 1 0 0 0,-8 2 0 0 0,-6 0 0 0 0,-14 4 0 0 0,-16 1 0 0 0,-20 4 0 0 0,-15-1 0 0 0,-14 3 0 0 0,-14-1 0 0 0,-5-2 0 0 0,-3 1 0 0 0,2-1 0 0 0,7-2 0 0 0,13-1 0 0 0,17-2 0 0 0,17-1 0 0 0,11 0 0 0 0,16-1 0 0 0,12-4 0 0 0,10 0 0 0 0,7 0 0 0 0,2 0 0 0 0,-11 2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19:14:10.787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33046 10927 16383 0 0,'0'0'0'0'0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22:30:25.2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31062 17895 16383 0 0,'3'3'0'0'0,"4"1"0"0"0,8 3 0 0 0,9 3 0 0 0,14 4 0 0 0,16 1 0 0 0,11 6 0 0 0,13 1 0 0 0,9 1 0 0 0,5-4 0 0 0,3-2 0 0 0,0-1 0 0 0,0-3 0 0 0,-4-3 0 0 0,-9-5 0 0 0,-8-2 0 0 0,-13-1 0 0 0,-22-2 0 0 0,-19-4 0 0 0,-16-1 0 0 0,-19-3 0 0 0,-16-3 0 0 0,-21-2 0 0 0,-17-3 0 0 0,-22 1 0 0 0,-11 4 0 0 0,-3 4 0 0 0,-10 2 0 0 0,4 6 0 0 0,7 5 0 0 0,16 6 0 0 0,19 3 0 0 0,16 2 0 0 0,16 2 0 0 0,15 0 0 0 0,14 0 0 0 0,18 0 0 0 0,16 3 0 0 0,16 1 0 0 0,17 3 0 0 0,14 0 0 0 0,13-2 0 0 0,10-1 0 0 0,8-5 0 0 0,7-5 0 0 0,5-5 0 0 0,0-8 0 0 0,-10-5 0 0 0,-8-10 0 0 0,-8-4 0 0 0,-12-6 0 0 0,-18-1 0 0 0,-18-3 0 0 0,-19-2 0 0 0,-21 0 0 0 0,-19 4 0 0 0,-16-2 0 0 0,-18 3 0 0 0,-23 2 0 0 0,-19 1 0 0 0,-16 3 0 0 0,-12 4 0 0 0,-6 5 0 0 0,-1 4 0 0 0,6 6 0 0 0,12 11 0 0 0,18 5 0 0 0,25 7 0 0 0,23 3 0 0 0,26 3 0 0 0,25 3 0 0 0,21 3 0 0 0,27 1 0 0 0,23-1 0 0 0,17-1 0 0 0,23-3 0 0 0,10-7 0 0 0,18-3 0 0 0,5-6 0 0 0,6-5 0 0 0,-7-4 0 0 0,1-3 0 0 0,-14-5 0 0 0,-18-5 0 0 0,-19-4 0 0 0,-21-3 0 0 0,-27-3 0 0 0,-22-1 0 0 0,-22 0 0 0 0,-20 0 0 0 0,-13 0 0 0 0,-8 0 0 0 0,-6 0 0 0 0,-1 4 0 0 0,2 4 0 0 0,5 0 0 0 0,4 3 0 0 0,11 6 0 0 0,12 6 0 0 0,12 5 0 0 0,9 5 0 0 0,5 3 0 0 0,5-2 0 0 0,-2-3 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22:30:25.2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44662 17555 16383 0 0,'-3'0'0'0'0,"-2"3"0"0"0,2 4 0 0 0,-1 5 0 0 0,2 2 0 0 0,1 3 0 0 0,0 1 0 0 0,1 0 0 0 0,0 1 0 0 0,0 0 0 0 0,0 0 0 0 0,0 0 0 0 0,0 0 0 0 0,0-1 0 0 0,4-3 0 0 0,0-1 0 0 0,0 1 0 0 0,-1 0 0 0 0,2-2 0 0 0,1-1 0 0 0,-2 2 0 0 0,0 1 0 0 0,-2 0 0 0 0,-1 2 0 0 0,0 1 0 0 0,-1 0 0 0 0,0 1 0 0 0,0-1 0 0 0,-4 1 0 0 0,0-1 0 0 0,0 0 0 0 0,1 1 0 0 0,0-1 0 0 0,2 0 0 0 0,0 1 0 0 0,-2-4 0 0 0,-1-1 0 0 0,0 0 0 0 0,1 1 0 0 0,1 1 0 0 0,1 1 0 0 0,0 1 0 0 0,1 0 0 0 0,0 0 0 0 0,0 0 0 0 0,0 1 0 0 0,3-4 0 0 0,2-1 0 0 0,-1 1 0 0 0,-1 0 0 0 0,-1-2 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22:30:25.2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38671 17333 16383 0 0,'0'3'0'0'0,"-3"1"0"0"0,-7 6 0 0 0,-6 4 0 0 0,-8 7 0 0 0,-7 5 0 0 0,-8 8 0 0 0,-6 10 0 0 0,-1 8 0 0 0,3 0 0 0 0,3 1 0 0 0,9-5 0 0 0,6-8 0 0 0,7-8 0 0 0,10-9 0 0 0,16-17 0 0 0,9-17 0 0 0,9-15 0 0 0,2-13 0 0 0,0-9 0 0 0,-2-6 0 0 0,-5 1 0 0 0,-7-1 0 0 0,-5 3 0 0 0,-7 4 0 0 0,-8 7 0 0 0,-8 4 0 0 0,-11 8 0 0 0,-5 9 0 0 0,-10 7 0 0 0,-10 7 0 0 0,-9 9 0 0 0,-7 11 0 0 0,2 9 0 0 0,2 12 0 0 0,8 14 0 0 0,8 3 0 0 0,8 3 0 0 0,11-3 0 0 0,10-6 0 0 0,7-6 0 0 0,9-9 0 0 0,11-8 0 0 0,13-7 0 0 0,9-7 0 0 0,5-8 0 0 0,5-8 0 0 0,6-11 0 0 0,0-7 0 0 0,-2-5 0 0 0,-2-4 0 0 0,-6-3 0 0 0,-6 3 0 0 0,-5-1 0 0 0,-11 7 0 0 0,-14 10 0 0 0,-10 14 0 0 0,-8 15 0 0 0,-3 10 0 0 0,1 12 0 0 0,4 2 0 0 0,4-1 0 0 0,4 0 0 0 0,6-7 0 0 0,6-5 0 0 0,5-6 0 0 0,4-5 0 0 0,2-6 0 0 0,5-4 0 0 0,5-4 0 0 0,3-6 0 0 0,1-2 0 0 0,0-4 0 0 0,-1-1 0 0 0,-3 0 0 0 0,-3-2 0 0 0,-5 0 0 0 0,-7 0 0 0 0,-4-1 0 0 0,-8 3 0 0 0,-6 4 0 0 0,-9 0 0 0 0,-10 3 0 0 0,-8 5 0 0 0,-8 7 0 0 0,-5 9 0 0 0,1 4 0 0 0,9 4 0 0 0,10 4 0 0 0,10 0 0 0 0,10 0 0 0 0,10-2 0 0 0,7-1 0 0 0,4-5 0 0 0,7-5 0 0 0,2-4 0 0 0,4-4 0 0 0,2-6 0 0 0,0-5 0 0 0,-2-5 0 0 0,-3-4 0 0 0,-5-4 0 0 0,-7-3 0 0 0,-8 3 0 0 0,-9 1 0 0 0,-9 5 0 0 0,-8 4 0 0 0,-5 4 0 0 0,0 6 0 0 0,0 6 0 0 0,6 8 0 0 0,5 5 0 0 0,6 6 0 0 0,4 7 0 0 0,7 5 0 0 0,2-1 0 0 0,3 0 0 0 0,5-3 0 0 0,6-5 0 0 0,2-3 0 0 0,2-6 0 0 0,0-7 0 0 0,2-5 0 0 0,1-3 0 0 0,-1-3 0 0 0,-2-2 0 0 0,-1-3 0 0 0,-5-5 0 0 0,-4-3 0 0 0,-5-3 0 0 0,-6-2 0 0 0,-7 2 0 0 0,-5 3 0 0 0,-4 1 0 0 0,-3 2 0 0 0,-1 3 0 0 0,0 2 0 0 0,2 5 0 0 0,2 6 0 0 0,3 4 0 0 0,4 3 0 0 0,2 4 0 0 0,7-3 0 0 0,5-3 0 0 0,5-7 0 0 0,4-8 0 0 0,6-11 0 0 0,-2-8 0 0 0,-3-6 0 0 0,-4-4 0 0 0,-5 0 0 0 0,-6 2 0 0 0,-7 4 0 0 0,-5 5 0 0 0,-4 7 0 0 0,-3 6 0 0 0,-3 4 0 0 0,-3 6 0 0 0,0 8 0 0 0,2 13 0 0 0,4 8 0 0 0,5 5 0 0 0,5 3 0 0 0,3 0 0 0 0,7-2 0 0 0,8-6 0 0 0,6-6 0 0 0,3-9 0 0 0,2-7 0 0 0,3-8 0 0 0,-2-7 0 0 0,1-6 0 0 0,0-6 0 0 0,-1-8 0 0 0,-4-4 0 0 0,-3-4 0 0 0,-2-3 0 0 0,-5 0 0 0 0,-3-1 0 0 0,-9-3 0 0 0,-7 2 0 0 0,-4 5 0 0 0,-7 5 0 0 0,-4 5 0 0 0,-6 5 0 0 0,1 4 0 0 0,-7 4 0 0 0,-4 7 0 0 0,-9 8 0 0 0,-7 5 0 0 0,-1 9 0 0 0,-1 6 0 0 0,-2 12 0 0 0,2 9 0 0 0,7 10 0 0 0,5 4 0 0 0,8 2 0 0 0,10-4 0 0 0,14-8 0 0 0,13-12 0 0 0,9-13 0 0 0,11-10 0 0 0,5-11 0 0 0,5-9 0 0 0,1-10 0 0 0,-1-7 0 0 0,-5-8 0 0 0,-6 0 0 0 0,-7 1 0 0 0,-7 3 0 0 0,-13 3 0 0 0,-14-1 0 0 0,-22 2 0 0 0,-18 0 0 0 0,-26 2 0 0 0,-26 4 0 0 0,-14 5 0 0 0,-19 5 0 0 0,-15 3 0 0 0,-14 2 0 0 0,2 2 0 0 0,-6 4 0 0 0,9 4 0 0 0,16 5 0 0 0,25 5 0 0 0,33 3 0 0 0,42 1 0 0 0,40 0 0 0 0,39-3 0 0 0,38-6 0 0 0,45-8 0 0 0,37-7 0 0 0,22-8 0 0 0,14-7 0 0 0,9-4 0 0 0,2-5 0 0 0,-4-1 0 0 0,-19 1 0 0 0,-31 5 0 0 0,-39 3 0 0 0,-41 4 0 0 0,-33 2 0 0 0,-42 3 0 0 0,-48 2 0 0 0,-31 3 0 0 0,-36 3 0 0 0,-32 0 0 0 0,-15 1 0 0 0,-5 1 0 0 0,-7 2 0 0 0,10 5 0 0 0,19 4 0 0 0,31 2 0 0 0,38 3 0 0 0,39-2 0 0 0,45 0 0 0 0,43-3 0 0 0,39-4 0 0 0,31-5 0 0 0,37-8 0 0 0,17-1 0 0 0,19-4 0 0 0,5-4 0 0 0,6-1 0 0 0,-3-2 0 0 0,-7-1 0 0 0,-22-1 0 0 0,-29 3 0 0 0,-40 2 0 0 0,-36 2 0 0 0,-39 1 0 0 0,-37 1 0 0 0,-43 4 0 0 0,-36 2 0 0 0,-32 1 0 0 0,-18 3 0 0 0,-10-1 0 0 0,-1 5 0 0 0,13 1 0 0 0,14 2 0 0 0,18 4 0 0 0,28-1 0 0 0,30 2 0 0 0,30-1 0 0 0,26-3 0 0 0,31 0 0 0 0,31-1 0 0 0,24-1 0 0 0,28-6 0 0 0,18-2 0 0 0,10-4 0 0 0,3-1 0 0 0,-4 1 0 0 0,-19-2 0 0 0,-26 0 0 0 0,-30 2 0 0 0,-31 2 0 0 0,-32 2 0 0 0,-39 0 0 0 0,-44 2 0 0 0,-31 0 0 0 0,-35 0 0 0 0,-28 0 0 0 0,-24-2 0 0 0,-19-5 0 0 0,1-4 0 0 0,1-4 0 0 0,11 2 0 0 0,27-1 0 0 0,36 2 0 0 0,46 4 0 0 0,50 2 0 0 0,54 3 0 0 0,48 2 0 0 0,48 0 0 0 0,35 2 0 0 0,33-1 0 0 0,35 1 0 0 0,21-1 0 0 0,11 4 0 0 0,-6 0 0 0 0,-23 0 0 0 0,-29-1 0 0 0,-42 3 0 0 0,-45-1 0 0 0,-47 0 0 0 0,-42-2 0 0 0,-42 0 0 0 0,-48-2 0 0 0,-35-1 0 0 0,-30 1 0 0 0,-41-5 0 0 0,-29-6 0 0 0,-24-9 0 0 0,-10-7 0 0 0,-6-5 0 0 0,4 0 0 0 0,12 1 0 0 0,31 7 0 0 0,47 6 0 0 0,59 10 0 0 0,59 9 0 0 0,67 7 0 0 0,59 6 0 0 0,56 2 0 0 0,50 3 0 0 0,29-3 0 0 0,23-2 0 0 0,27 1 0 0 0,6 1 0 0 0,-9-4 0 0 0,-27 0 0 0 0,-31 1 0 0 0,-47-2 0 0 0,-53-4 0 0 0,-53 1 0 0 0,-38-1 0 0 0,-49-3 0 0 0,-46-1 0 0 0,-48-2 0 0 0,-44-5 0 0 0,-30-4 0 0 0,-32-7 0 0 0,-29-5 0 0 0,-12-5 0 0 0,-9-2 0 0 0,8 1 0 0 0,17 1 0 0 0,32 5 0 0 0,45 6 0 0 0,52 5 0 0 0,54 3 0 0 0,48 3 0 0 0,44 6 0 0 0,45 0 0 0 0,53 2 0 0 0,46 1 0 0 0,32 0 0 0 0,41-1 0 0 0,27-2 0 0 0,12 2 0 0 0,-4 3 0 0 0,-21 3 0 0 0,-34 2 0 0 0,-45-1 0 0 0,-50 1 0 0 0,-54-3 0 0 0,-48 1 0 0 0,-50 0 0 0 0,-45 0 0 0 0,-46-4 0 0 0,-47-2 0 0 0,-33-3 0 0 0,-31-5 0 0 0,-39-4 0 0 0,-29-9 0 0 0,-11-4 0 0 0,-4-2 0 0 0,15 3 0 0 0,26 3 0 0 0,43 6 0 0 0,51 3 0 0 0,57 4 0 0 0,61 1 0 0 0,53 1 0 0 0,56 1 0 0 0,47 0 0 0 0,52 3 0 0 0,37 1 0 0 0,32-1 0 0 0,24-1 0 0 0,4 3 0 0 0,-4 3 0 0 0,-14-1 0 0 0,-24 3 0 0 0,-30-2 0 0 0,-39 2 0 0 0,-46-2 0 0 0,-58 1 0 0 0,-47-1 0 0 0,-48-2 0 0 0,-29-3 0 0 0,-26-1 0 0 0,-24-2 0 0 0,-8-1 0 0 0,2 0 0 0 0,-3-3 0 0 0,8-2 0 0 0,17 1 0 0 0,30 0 0 0 0,38 2 0 0 0,36 4 0 0 0,38 1 0 0 0,43 1 0 0 0,42-1 0 0 0,27-1 0 0 0,22 0 0 0 0,16-1 0 0 0,11-1 0 0 0,-4 0 0 0 0,-2 0 0 0 0,-19 0 0 0 0,-29 0 0 0 0,-35 0 0 0 0,-31 0 0 0 0,-36 0 0 0 0,-35 3 0 0 0,-37 1 0 0 0,-34 0 0 0 0,-39-1 0 0 0,-24-1 0 0 0,-16-1 0 0 0,-14-3 0 0 0,-11-5 0 0 0,-7-4 0 0 0,6-3 0 0 0,20 0 0 0 0,36 3 0 0 0,51 3 0 0 0,49 7 0 0 0,53 2 0 0 0,45 2 0 0 0,49 0 0 0 0,41 0 0 0 0,28-1 0 0 0,36-1 0 0 0,14 0 0 0 0,6 0 0 0 0,-4 2 0 0 0,-20 1 0 0 0,-34 0 0 0 0,-44 2 0 0 0,-44 0 0 0 0,-41-1 0 0 0,-44-1 0 0 0,-44-1 0 0 0,-38-2 0 0 0,-36 0 0 0 0,-45-4 0 0 0,-27-5 0 0 0,-19-3 0 0 0,-28-4 0 0 0,-10-2 0 0 0,0-1 0 0 0,18-1 0 0 0,31 3 0 0 0,46 5 0 0 0,53 3 0 0 0,50 3 0 0 0,54 3 0 0 0,81 5 0 0 0,57 2 0 0 0,52-1 0 0 0,24 0 0 0 0,20-1 0 0 0,12-1 0 0 0,-2-1 0 0 0,-24 3 0 0 0,-28 3 0 0 0,-55 1 0 0 0,-62-1 0 0 0,-60-2 0 0 0,-63-1 0 0 0,-49-2 0 0 0,-41-1 0 0 0,-38-4 0 0 0,-32-4 0 0 0,-7-2 0 0 0,-2-1 0 0 0,2-3 0 0 0,19 1 0 0 0,25 2 0 0 0,40 4 0 0 0,50 2 0 0 0,43 2 0 0 0,52 1 0 0 0,53 4 0 0 0,44 2 0 0 0,39-1 0 0 0,30 0 0 0 0,25-4 0 0 0,12-3 0 0 0,-3 0 0 0 0,-13 0 0 0 0,-25 4 0 0 0,-35 2 0 0 0,-42 0 0 0 0,-46-1 0 0 0,-46 4 0 0 0,-47-1 0 0 0,-41 0 0 0 0,-38-1 0 0 0,-23-2 0 0 0,-26-4 0 0 0,-26-4 0 0 0,-22-5 0 0 0,-1-4 0 0 0,1-2 0 0 0,10-1 0 0 0,31 2 0 0 0,39 1 0 0 0,41 3 0 0 0,42 4 0 0 0,41 2 0 0 0,39 3 0 0 0,35-1 0 0 0,37-3 0 0 0,30-4 0 0 0,27-2 0 0 0,28-3 0 0 0,16-2 0 0 0,2 3 0 0 0,-12 3 0 0 0,-24 2 0 0 0,-37 1 0 0 0,-41 3 0 0 0,-40 2 0 0 0,-40 2 0 0 0,-34 1 0 0 0,-34 1 0 0 0,-42 1 0 0 0,-27-1 0 0 0,-30 1 0 0 0,-18-4 0 0 0,-11-4 0 0 0,3-1 0 0 0,18 1 0 0 0,31 2 0 0 0,37 1 0 0 0,39 2 0 0 0,38 1 0 0 0,37 1 0 0 0,41 0 0 0 0,39 0 0 0 0,35 0 0 0 0,37 1 0 0 0,33-1 0 0 0,20 0 0 0 0,12 0 0 0 0,9 0 0 0 0,-2 0 0 0 0,-18 0 0 0 0,-32 0 0 0 0,-41 0 0 0 0,-50 0 0 0 0,-56 0 0 0 0,-46 0 0 0 0,-48 0 0 0 0,-40 0 0 0 0,-23 0 0 0 0,-25 0 0 0 0,-25-3 0 0 0,-4-4 0 0 0,7-1 0 0 0,7-3 0 0 0,25 2 0 0 0,40 1 0 0 0,45 3 0 0 0,45-1 0 0 0,43 0 0 0 0,46-2 0 0 0,40-2 0 0 0,35 0 0 0 0,37-1 0 0 0,17-2 0 0 0,3 1 0 0 0,-2 0 0 0 0,-6 1 0 0 0,-26 1 0 0 0,-46 1 0 0 0,-55 2 0 0 0,-49 2 0 0 0,-55 3 0 0 0,-47 1 0 0 0,-33 0 0 0 0,-24-1 0 0 0,-19-2 0 0 0,-13-3 0 0 0,3 0 0 0 0,6 2 0 0 0,18-3 0 0 0,25 1 0 0 0,36 1 0 0 0,35 3 0 0 0,41 0 0 0 0,42 2 0 0 0,41 0 0 0 0,31 1 0 0 0,28-2 0 0 0,23-2 0 0 0,17 0 0 0 0,-3 1 0 0 0,-8 1 0 0 0,-26 1 0 0 0,-36 0 0 0 0,-42 1 0 0 0,-43 3 0 0 0,-43 1 0 0 0,-47 0 0 0 0,-37 0 0 0 0,-30 1 0 0 0,-29 1 0 0 0,-27-2 0 0 0,-48 0 0 0 0,-1-2 0 0 0,17 0 0 0 0,37-2 0 0 0,59 0 0 0 0,63 0 0 0 0,75 0 0 0 0,68 0 0 0 0,62-1 0 0 0,44 1 0 0 0,37 0 0 0 0,39-3 0 0 0,15-1 0 0 0,13 0 0 0 0,-13 1 0 0 0,-31 4 0 0 0,-52 1 0 0 0,-60 5 0 0 0,-61 0 0 0 0,-60 2 0 0 0,-57 3 0 0 0,-55-1 0 0 0,-52 1 0 0 0,-53-1 0 0 0,-36-4 0 0 0,-36-8 0 0 0,-34-10 0 0 0,-17-10 0 0 0,-6-7 0 0 0,13-6 0 0 0,11-2 0 0 0,26 1 0 0 0,43 7 0 0 0,55 5 0 0 0,69 6 0 0 0,59 6 0 0 0,67 6 0 0 0,60 2 0 0 0,54 3 0 0 0,47 1 0 0 0,34 0 0 0 0,25 3 0 0 0,1 1 0 0 0,-2 3 0 0 0,-12 0 0 0 0,-25 2 0 0 0,-36 2 0 0 0,-51 2 0 0 0,-56-1 0 0 0,-52-3 0 0 0,-48 0 0 0 0,-44-2 0 0 0,-24-2 0 0 0,-11-2 0 0 0,-2-2 0 0 0,11-1 0 0 0,24-1 0 0 0,23 0 0 0 0,29-1 0 0 0,30 4 0 0 0,32 1 0 0 0,39 3 0 0 0,37 0 0 0 0,36-1 0 0 0,34-2 0 0 0,25-1 0 0 0,22-1 0 0 0,35-4 0 0 0,24-2 0 0 0,21-3 0 0 0,4-1 0 0 0,-2-2 0 0 0,-16 1 0 0 0,-28 2 0 0 0,-37 2 0 0 0,-47 2 0 0 0,-56 2 0 0 0,-58 0 0 0 0,-55 1 0 0 0,-43 3 0 0 0,-41 2 0 0 0,-26-1 0 0 0,-4 0 0 0 0,1-2 0 0 0,14 3 0 0 0,22 0 0 0 0,30-1 0 0 0,27-1 0 0 0,33-1 0 0 0,30 0 0 0 0,30-2 0 0 0,25 0 0 0 0,21 0 0 0 0,10 0 0 0 0,14-3 0 0 0,1-2 0 0 0,9 1 0 0 0,0 1 0 0 0,-25 1 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22:30:25.2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40290 16991 16383 0 0,'-3'0'0'0'0,"-7"0"0"0"0,-9 0 0 0 0,-6 0 0 0 0,-12 4 0 0 0,-9 0 0 0 0,-12 3 0 0 0,-9 0 0 0 0,-5 2 0 0 0,0 3 0 0 0,4-1 0 0 0,6 1 0 0 0,11-2 0 0 0,11-2 0 0 0,13 0 0 0 0,13 0 0 0 0,16 0 0 0 0,19 3 0 0 0,20-1 0 0 0,14 1 0 0 0,17-1 0 0 0,11-3 0 0 0,2-2 0 0 0,-2-2 0 0 0,-3-1 0 0 0,-11-2 0 0 0,-21 0 0 0 0,-25 2 0 0 0,-34 2 0 0 0,-32 0 0 0 0,-20-2 0 0 0,-13 0 0 0 0,-11 0 0 0 0,-3-2 0 0 0,4 1 0 0 0,10-1 0 0 0,22 0 0 0 0,22-1 0 0 0,27 1 0 0 0,26-3 0 0 0,19-4 0 0 0,18-5 0 0 0,9-2 0 0 0,5 1 0 0 0,0-1 0 0 0,-7-1 0 0 0,-7-1 0 0 0,-11 2 0 0 0,-14 1 0 0 0,-11-1 0 0 0,-11-1 0 0 0,-10-1 0 0 0,-4-1 0 0 0,-6 2 0 0 0,-1 1 0 0 0,1 0 0 0 0,3-2 0 0 0,1 0 0 0 0,-1 2 0 0 0,-2 1 0 0 0,-4 2 0 0 0,-2 3 0 0 0,-2 3 0 0 0,-2 2 0 0 0,0-1 0 0 0,-1 0 0 0 0,0 0 0 0 0,1 2 0 0 0,-1 0 0 0 0,0 4 0 0 0,1 2 0 0 0,0 0 0 0 0,-1-1 0 0 0,1 3 0 0 0,-3-1 0 0 0,-1 0 0 0 0,-7 2 0 0 0,-4 2 0 0 0,4 1 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22:30:25.2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35412 17143 16383 0 0,'-9'4'0'0'0,"-22"0"0"0"0,-12 0 0 0 0,-1-1 0 0 0,3-1 0 0 0,12 3 0 0 0,14-1 0 0 0,15 1 0 0 0,15-2 0 0 0,19 2 0 0 0,18 0 0 0 0,14 3 0 0 0,6-1 0 0 0,3 0 0 0 0,-3 0 0 0 0,-3 0 0 0 0,-11-2 0 0 0,-11-1 0 0 0,-18 2 0 0 0,-17-1 0 0 0,-22 5 0 0 0,-25 2 0 0 0,-23 1 0 0 0,-25 1 0 0 0,-25 3 0 0 0,-17 0 0 0 0,-17 1 0 0 0,-11-3 0 0 0,-2-1 0 0 0,-5-2 0 0 0,6-4 0 0 0,13-3 0 0 0,19 1 0 0 0,26-1 0 0 0,27-1 0 0 0,29-1 0 0 0,29 1 0 0 0,30 1 0 0 0,27-1 0 0 0,30 0 0 0 0,27-2 0 0 0,31-1 0 0 0,23-1 0 0 0,16 0 0 0 0,9 0 0 0 0,-7 0 0 0 0,-8 3 0 0 0,-18 1 0 0 0,-31 0 0 0 0,-41 2 0 0 0,-38 0 0 0 0,-46-1 0 0 0,-44-1 0 0 0,-36-1 0 0 0,-30 1 0 0 0,-26-2 0 0 0,-24-2 0 0 0,-4-4 0 0 0,-11-7 0 0 0,1-6 0 0 0,3-2 0 0 0,14 2 0 0 0,24 3 0 0 0,41 5 0 0 0,39 4 0 0 0,42 2 0 0 0,46 2 0 0 0,44-2 0 0 0,33 0 0 0 0,31-4 0 0 0,20 1 0 0 0,11-3 0 0 0,5 1 0 0 0,-2 1 0 0 0,-10 2 0 0 0,-25 2 0 0 0,-37 2 0 0 0,-39 0 0 0 0,-38 1 0 0 0,-39 0 0 0 0,-41 1 0 0 0,-32-1 0 0 0,-25 1 0 0 0,-25-4 0 0 0,-12-1 0 0 0,-2 0 0 0 0,12 1 0 0 0,13-3 0 0 0,18 1 0 0 0,35 0 0 0 0,40 2 0 0 0,42 0 0 0 0,35 2 0 0 0,42-3 0 0 0,29 0 0 0 0,23 0 0 0 0,14 1 0 0 0,6 1 0 0 0,-3 1 0 0 0,-20 4 0 0 0,-27 1 0 0 0,-36 0 0 0 0,-38 2 0 0 0,-37 1 0 0 0,-36 1 0 0 0,-35 0 0 0 0,-23-1 0 0 0,-16-2 0 0 0,-22-3 0 0 0,-13 0 0 0 0,-5-5 0 0 0,3-1 0 0 0,8-3 0 0 0,11-1 0 0 0,22 2 0 0 0,37 1 0 0 0,40 2 0 0 0,35 1 0 0 0,37-2 0 0 0,34 0 0 0 0,30 0 0 0 0,29-2 0 0 0,14 0 0 0 0,11 1 0 0 0,-6 1 0 0 0,-18 2 0 0 0,-34 0 0 0 0,-40 2 0 0 0,-39 0 0 0 0,-38 3 0 0 0,-33 1 0 0 0,-27 1 0 0 0,-21-2 0 0 0,-21-1 0 0 0,-18 0 0 0 0,-3-4 0 0 0,4-2 0 0 0,1-3 0 0 0,9-1 0 0 0,20 2 0 0 0,31 1 0 0 0,34 2 0 0 0,26 1 0 0 0,26 1 0 0 0,25 1 0 0 0,25 0 0 0 0,30 1 0 0 0,23-1 0 0 0,27 0 0 0 0,14 0 0 0 0,7 1 0 0 0,-5-1 0 0 0,-6 0 0 0 0,-23 3 0 0 0,-35 1 0 0 0,-43 3 0 0 0,-40 0 0 0 0,-44 3 0 0 0,-34 1 0 0 0,-35 0 0 0 0,-28-2 0 0 0,-13-3 0 0 0,-14-2 0 0 0,-21-2 0 0 0,-4-1 0 0 0,5-4 0 0 0,8-5 0 0 0,10 0 0 0 0,14-3 0 0 0,19 1 0 0 0,30 2 0 0 0,34 3 0 0 0,36 1 0 0 0,35 2 0 0 0,32 2 0 0 0,29 3 0 0 0,18 1 0 0 0,21 1 0 0 0,8-2 0 0 0,3 0 0 0 0,10-1 0 0 0,-3-1 0 0 0,-14-1 0 0 0,-19 0 0 0 0,-27 3 0 0 0,-28 1 0 0 0,-28 0 0 0 0,-29-1 0 0 0,-18 2 0 0 0,-13 0 0 0 0,-3 3 0 0 0,6 0 0 0 0,13-2 0 0 0,18-2 0 0 0,20-1 0 0 0,27-1 0 0 0,23-2 0 0 0,26-3 0 0 0,21-4 0 0 0,19-5 0 0 0,18-2 0 0 0,20-3 0 0 0,12-1 0 0 0,17-4 0 0 0,7-2 0 0 0,11-2 0 0 0,-2 0 0 0 0,-5 1 0 0 0,-12 2 0 0 0,-12 2 0 0 0,-9 1 0 0 0,-12 1 0 0 0,-11 3 0 0 0,-14 2 0 0 0,-16 4 0 0 0,-11 2 0 0 0,-18 4 0 0 0,-20 1 0 0 0,-23 2 0 0 0,-21 2 0 0 0,-19-1 0 0 0,-15 4 0 0 0,-10 1 0 0 0,-10 2 0 0 0,-8 1 0 0 0,-4 1 0 0 0,-7 0 0 0 0,-3 1 0 0 0,-5-1 0 0 0,-6-2 0 0 0,-4-2 0 0 0,-10-2 0 0 0,-10-2 0 0 0,-12-1 0 0 0,-11 0 0 0 0,-8 0 0 0 0,5-1 0 0 0,6 4 0 0 0,-1 1 0 0 0,12 3 0 0 0,16 3 0 0 0,28 0 0 0 0,38 2 0 0 0,43-2 0 0 0,39-2 0 0 0,32 1 0 0 0,27-2 0 0 0,26-2 0 0 0,22 2 0 0 0,10 2 0 0 0,20 4 0 0 0,3 1 0 0 0,9 6 0 0 0,-6 1 0 0 0,-19 5 0 0 0,-19 0 0 0 0,-31-1 0 0 0,-38-2 0 0 0,-39-4 0 0 0,-37-3 0 0 0,-41 2 0 0 0,-39-1 0 0 0,-43 1 0 0 0,-40-1 0 0 0,-37-1 0 0 0,-25-3 0 0 0,-14-4 0 0 0,-10-3 0 0 0,5-3 0 0 0,2-2 0 0 0,16-1 0 0 0,32 0 0 0 0,32-1 0 0 0,48 0 0 0 0,45 1 0 0 0,56-4 0 0 0,59-3 0 0 0,48-1 0 0 0,37-3 0 0 0,27 2 0 0 0,17-2 0 0 0,16 2 0 0 0,13-2 0 0 0,-4 2 0 0 0,-14 3 0 0 0,-5-2 0 0 0,-14 1 0 0 0,-27 2 0 0 0,-31 2 0 0 0,-41 0 0 0 0,-43 6 0 0 0,-43 0 0 0 0,-36 5 0 0 0,-32 2 0 0 0,-25 4 0 0 0,-10 2 0 0 0,0 2 0 0 0,12 0 0 0 0,23-2 0 0 0,33-5 0 0 0,35-6 0 0 0,26-8 0 0 0,24-6 0 0 0,13-2 0 0 0,4-2 0 0 0,7-1 0 0 0,0 0 0 0 0,-7 4 0 0 0,-12 3 0 0 0,-12 3 0 0 0,-17 2 0 0 0,-22 7 0 0 0,-18 7 0 0 0,-17 7 0 0 0,-9 3 0 0 0,-4 4 0 0 0,6 2 0 0 0,8-2 0 0 0,13-5 0 0 0,11-7 0 0 0,14-4 0 0 0,11-5 0 0 0,15-6 0 0 0,10-6 0 0 0,11-9 0 0 0,10-3 0 0 0,10-3 0 0 0,2 0 0 0 0,5 0 0 0 0,8 2 0 0 0,-2-1 0 0 0,-1 5 0 0 0,-6 2 0 0 0,-21 5 0 0 0,-23 6 0 0 0,-21 5 0 0 0,-23 9 0 0 0,-23 12 0 0 0,-19 8 0 0 0,-10 6 0 0 0,-2 1 0 0 0,0 2 0 0 0,1 3 0 0 0,1 0 0 0 0,5-1 0 0 0,7-7 0 0 0,16-11 0 0 0,18-14 0 0 0,15-16 0 0 0,13-13 0 0 0,9-12 0 0 0,5-8 0 0 0,-1-5 0 0 0,-1-3 0 0 0,-3 1 0 0 0,-3 2 0 0 0,-4 6 0 0 0,-6 6 0 0 0,-5 11 0 0 0,-3 16 0 0 0,0 21 0 0 0,3 20 0 0 0,3 23 0 0 0,1 19 0 0 0,0 7 0 0 0,2 0 0 0 0,-1-7 0 0 0,1-14 0 0 0,0-15 0 0 0,-1-13 0 0 0,0-12 0 0 0,1-11 0 0 0,2-6 0 0 0,4-12 0 0 0,2-8 0 0 0,4-11 0 0 0,7-10 0 0 0,-2-6 0 0 0,-1-6 0 0 0,3-7 0 0 0,-6 0 0 0 0,-3-5 0 0 0,-6 5 0 0 0,-6 6 0 0 0,-11 10 0 0 0,-8 15 0 0 0,-7 17 0 0 0,-3 19 0 0 0,-2 22 0 0 0,0 28 0 0 0,3 20 0 0 0,4 19 0 0 0,4 6 0 0 0,5 4 0 0 0,1-8 0 0 0,3-9 0 0 0,4-16 0 0 0,4-17 0 0 0,1-23 0 0 0,2-25 0 0 0,-1-20 0 0 0,1-19 0 0 0,-2-18 0 0 0,-1-15 0 0 0,-6-9 0 0 0,-4 0 0 0 0,-10-4 0 0 0,-9 3 0 0 0,-11 4 0 0 0,-15 7 0 0 0,-12 9 0 0 0,-12 13 0 0 0,-12 13 0 0 0,-4 9 0 0 0,-13 10 0 0 0,-7 8 0 0 0,-5 10 0 0 0,-4 11 0 0 0,-2 10 0 0 0,-2 12 0 0 0,4 9 0 0 0,5 11 0 0 0,14 6 0 0 0,22-4 0 0 0,27-10 0 0 0,29-13 0 0 0,23-12 0 0 0,20-8 0 0 0,15-9 0 0 0,14-8 0 0 0,7-9 0 0 0,9-8 0 0 0,5-6 0 0 0,-1-4 0 0 0,0-5 0 0 0,-10 0 0 0 0,-18 4 0 0 0,-17 3 0 0 0,-23 2 0 0 0,-27 4 0 0 0,-32 3 0 0 0,-29 3 0 0 0,-30 1 0 0 0,-28 1 0 0 0,-27 1 0 0 0,-19 0 0 0 0,-15-1 0 0 0,-7 1 0 0 0,10 2 0 0 0,11 8 0 0 0,28 4 0 0 0,35 1 0 0 0,46-1 0 0 0,41-2 0 0 0,53-3 0 0 0,45-4 0 0 0,50-2 0 0 0,27-2 0 0 0,29-5 0 0 0,25-8 0 0 0,9-5 0 0 0,-2-3 0 0 0,-3-4 0 0 0,-23-2 0 0 0,-41 1 0 0 0,-51 4 0 0 0,-52 2 0 0 0,-53 2 0 0 0,-43 3 0 0 0,-45 3 0 0 0,-34 5 0 0 0,-29 2 0 0 0,-28-1 0 0 0,-23-1 0 0 0,-1-1 0 0 0,-1-1 0 0 0,0-1 0 0 0,15 0 0 0 0,27 1 0 0 0,41 3 0 0 0,47 1 0 0 0,50 1 0 0 0,49 2 0 0 0,46 0 0 0 0,37 0 0 0 0,33 0 0 0 0,33 1 0 0 0,22-1 0 0 0,67-3 0 0 0,17-1 0 0 0,-29-3 0 0 0,-49 0 0 0 0,-58 1 0 0 0,-62-2 0 0 0,-56-2 0 0 0,-53 0 0 0 0,-51-1 0 0 0,-47 1 0 0 0,-30 3 0 0 0,-29-1 0 0 0,-23-3 0 0 0,-30-4 0 0 0,-11-1 0 0 0,10 0 0 0 0,25 2 0 0 0,34 4 0 0 0,48 3 0 0 0,55 4 0 0 0,50 1 0 0 0,62 2 0 0 0,56 3 0 0 0,49 2 0 0 0,51-1 0 0 0,34-3 0 0 0,29-2 0 0 0,35-2 0 0 0,10 1 0 0 0,-12 0 0 0 0,-25 1 0 0 0,-37 3 0 0 0,-51 2 0 0 0,-59 0 0 0 0,-52-1 0 0 0,-63-1 0 0 0,-62-1 0 0 0,-60-3 0 0 0,-60-5 0 0 0,-43-4 0 0 0,-37-6 0 0 0,-29-4 0 0 0,-1-1 0 0 0,6 3 0 0 0,28 5 0 0 0,37 4 0 0 0,51 5 0 0 0,65 3 0 0 0,60 1 0 0 0,61 2 0 0 0,17 1 0 0 0,61 3 0 0 0,63 0 0 0 0,46-1 0 0 0,39-1 0 0 0,48 2 0 0 0,18 0 0 0 0,15 3 0 0 0,-1 5 0 0 0,-26 5 0 0 0,-41 1 0 0 0,-56 1 0 0 0,-58 1 0 0 0,-55-4 0 0 0,-51-2 0 0 0,-52 0 0 0 0,-49 1 0 0 0,-48-3 0 0 0,-37 0 0 0 0,-32-3 0 0 0,-43-5 0 0 0,-38-8 0 0 0,-26-6 0 0 0,-28-7 0 0 0,1-5 0 0 0,3 2 0 0 0,21 1 0 0 0,37 3 0 0 0,54 5 0 0 0,58 3 0 0 0,62 3 0 0 0,60 3 0 0 0,55 1 0 0 0,53 1 0 0 0,44 0 0 0 0,38-1 0 0 0,19 1 0 0 0,23-1 0 0 0,7 1 0 0 0,2 2 0 0 0,-10 1 0 0 0,-28 3 0 0 0,-37 0 0 0 0,-45 3 0 0 0,-48-2 0 0 0,-48 2 0 0 0,-47-1 0 0 0,-40 1 0 0 0,-46-1 0 0 0,-33-2 0 0 0,-29-2 0 0 0,-5-3 0 0 0,-6 0 0 0 0,2-2 0 0 0,12 3 0 0 0,28 1 0 0 0,38-1 0 0 0,46 0 0 0 0,56-1 0 0 0,54-1 0 0 0,54 0 0 0 0,50-1 0 0 0,33 0 0 0 0,30 0 0 0 0,10 0 0 0 0,-6 0 0 0 0,-23 3 0 0 0,-36 1 0 0 0,-35-1 0 0 0,-39 1 0 0 0,-36 1 0 0 0,-33 4 0 0 0,-40-1 0 0 0,-41 0 0 0 0,-34-3 0 0 0,-30-1 0 0 0,-19-2 0 0 0,-11-5 0 0 0,-7-4 0 0 0,4-1 0 0 0,8-2 0 0 0,21 0 0 0 0,33 2 0 0 0,38 2 0 0 0,38 3 0 0 0,39 1 0 0 0,36-2 0 0 0,25 0 0 0 0,25-3 0 0 0,14 0 0 0 0,6-1 0 0 0,-2-1 0 0 0,-11 3 0 0 0,-20 1 0 0 0,-29 2 0 0 0,-24 1 0 0 0,-24 2 0 0 0,-16 0 0 0 0,-17 0 0 0 0,-10-3 0 0 0,-9 0 0 0 0,-16-4 0 0 0,-10-3 0 0 0,-6 0 0 0 0,3 1 0 0 0,11 3 0 0 0,16 2 0 0 0,24-1 0 0 0,26 0 0 0 0,24-3 0 0 0,19-2 0 0 0,14 0 0 0 0,6-1 0 0 0,0 1 0 0 0,-2 3 0 0 0,-9 2 0 0 0,-15-2 0 0 0,-20 2 0 0 0,-18 0 0 0 0,-15 2 0 0 0,-6 2 0 0 0,-3 0 0 0 0,1 3 0 0 0,7 3 0 0 0,12-4 0 0 0,15-2 0 0 0,15-4 0 0 0,10-3 0 0 0,15-5 0 0 0,10-2 0 0 0,6-3 0 0 0,1 0 0 0 0,-1-1 0 0 0,-5 0 0 0 0,-14 3 0 0 0,-16 5 0 0 0,-15 3 0 0 0,-10 4 0 0 0,-8 2 0 0 0,-1 5 0 0 0,3 5 0 0 0,5 4 0 0 0,8-3 0 0 0,10-7 0 0 0,7-5 0 0 0,3-10 0 0 0,4-8 0 0 0,1-4 0 0 0,0-4 0 0 0,-2 0 0 0 0,-4 2 0 0 0,-6-1 0 0 0,-5 1 0 0 0,-1 3 0 0 0,2 8 0 0 0,5 9 0 0 0,12 14 0 0 0,12 10 0 0 0,11 12 0 0 0,7 8 0 0 0,3 0 0 0 0,1 0 0 0 0,-1-3 0 0 0,-4-7 0 0 0,-5-9 0 0 0,-8-9 0 0 0,-8-11 0 0 0,-7-10 0 0 0,-8-10 0 0 0,-8-7 0 0 0,-5-5 0 0 0,-3-3 0 0 0,-4 2 0 0 0,0 0 0 0 0,-1 4 0 0 0,0 7 0 0 0,7 7 0 0 0,9 6 0 0 0,16 6 0 0 0,23 10 0 0 0,24 6 0 0 0,51 12 0 0 0,7 1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22:30:25.21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34834 18296 16383 0 0,'-12'0'0'0'0,"-20"3"0"0"0,-17 1 0 0 0,-15 3 0 0 0,-16 4 0 0 0,-13 2 0 0 0,-9 3 0 0 0,1 1 0 0 0,1 1 0 0 0,-3 4 0 0 0,-1 4 0 0 0,6 1 0 0 0,13 2 0 0 0,15-1 0 0 0,19-2 0 0 0,19-2 0 0 0,17-5 0 0 0,18-4 0 0 0,14 0 0 0 0,14-3 0 0 0,14 0 0 0 0,18-3 0 0 0,10-2 0 0 0,9-3 0 0 0,15-2 0 0 0,10-1 0 0 0,5-1 0 0 0,-1 3 0 0 0,-13 1 0 0 0,-20-1 0 0 0,-27 3 0 0 0,-30 0 0 0 0,-33 2 0 0 0,-25 3 0 0 0,-29 0 0 0 0,-19-3 0 0 0,-16-2 0 0 0,-13-2 0 0 0,-11-2 0 0 0,-1-1 0 0 0,-4-1 0 0 0,9 0 0 0 0,12 2 0 0 0,21 2 0 0 0,29 0 0 0 0,28 2 0 0 0,31 3 0 0 0,47 3 0 0 0,30 3 0 0 0,25-1 0 0 0,13 0 0 0 0,6-2 0 0 0,13-1 0 0 0,2 2 0 0 0,-5 1 0 0 0,-14 2 0 0 0,-23-3 0 0 0,-31 1 0 0 0,-39 0 0 0 0,-35-2 0 0 0,-28 0 0 0 0,-24 2 0 0 0,-19-3 0 0 0,-8 1 0 0 0,-2 1 0 0 0,0 1 0 0 0,10-1 0 0 0,14 0 0 0 0,26 1 0 0 0,33 1 0 0 0,26-2 0 0 0,30 0 0 0 0,22-2 0 0 0,21-3 0 0 0,16-3 0 0 0,16 0 0 0 0,0 1 0 0 0,-10-2 0 0 0,-7-1 0 0 0,-19-2 0 0 0,-24 3 0 0 0,-25 1 0 0 0,-32-1 0 0 0,-29-1 0 0 0,-29-1 0 0 0,-21 2 0 0 0,-20 0 0 0 0,-12 1 0 0 0,-13-2 0 0 0,-2-1 0 0 0,1-1 0 0 0,9 0 0 0 0,13-1 0 0 0,15 0 0 0 0,18-1 0 0 0,23 1 0 0 0,25 0 0 0 0,25 0 0 0 0,20 3 0 0 0,21 1 0 0 0,14 0 0 0 0,6-1 0 0 0,1-1 0 0 0,-9 0 0 0 0,-11 2 0 0 0,-24 0 0 0 0,-19 3 0 0 0,-27 0 0 0 0,-22 2 0 0 0,-16 0 0 0 0,-11-2 0 0 0,-9 1 0 0 0,3-1 0 0 0,1-2 0 0 0,7-1 0 0 0,12-2 0 0 0,19-1 0 0 0,27-4 0 0 0,31-4 0 0 0,27-4 0 0 0,28-7 0 0 0,12-3 0 0 0,13-4 0 0 0,2-2 0 0 0,-14 5 0 0 0,-19 6 0 0 0,-25 2 0 0 0,-23 4 0 0 0,-25 3 0 0 0,-25 0 0 0 0,-16 1 0 0 0,-14 2 0 0 0,-19-2 0 0 0,-9 1 0 0 0,-8 0 0 0 0,-5 2 0 0 0,0 1 0 0 0,1-3 0 0 0,7 1 0 0 0,13 0 0 0 0,22 1 0 0 0,31 4 0 0 0,28 2 0 0 0,26 0 0 0 0,17 0 0 0 0,19 0 0 0 0,11-2 0 0 0,8 0 0 0 0,1 0 0 0 0,3-1 0 0 0,-9 0 0 0 0,-20 0 0 0 0,-30-1 0 0 0,-27 1 0 0 0,-22 0 0 0 0,-18 0 0 0 0,-15-3 0 0 0,-4-1 0 0 0,-3 0 0 0 0,3-2 0 0 0,8-1 0 0 0,8 2 0 0 0,16 1 0 0 0,19 1 0 0 0,18 2 0 0 0,19 0 0 0 0,13 1 0 0 0,12 0 0 0 0,5 1 0 0 0,-2-1 0 0 0,-8 0 0 0 0,-15 0 0 0 0,-18 1 0 0 0,-21-1 0 0 0,-20 0 0 0 0,-15 0 0 0 0,-11 0 0 0 0,-12 0 0 0 0,-6 0 0 0 0,-7 3 0 0 0,-4 1 0 0 0,6 0 0 0 0,5-1 0 0 0,11-1 0 0 0,17 0 0 0 0,19-2 0 0 0,16 1 0 0 0,11 2 0 0 0,4 4 0 0 0,-2 1 0 0 0,-4 2 0 0 0,-5-1 0 0 0,-7 2 0 0 0,-2 1 0 0 0,1 3 0 0 0,1 1 0 0 0,5-2 0 0 0,9 0 0 0 0,9 0 0 0 0,7 2 0 0 0,14-3 0 0 0,8-3 0 0 0,12-1 0 0 0,12-1 0 0 0,10-2 0 0 0,9-2 0 0 0,-1-5 0 0 0,10-3 0 0 0,9-3 0 0 0,25 0 0 0 0,16-3 0 0 0,10-2 0 0 0,4-3 0 0 0,-3 2 0 0 0,-7 0 0 0 0,-10 1 0 0 0,-18 4 0 0 0,-13 3 0 0 0,-21 2 0 0 0,-18 2 0 0 0,-28 0 0 0 0,-31-1 0 0 0,-30-2 0 0 0,-31-2 0 0 0,-31-4 0 0 0,-35-3 0 0 0,-27-3 0 0 0,-16-1 0 0 0,-9 2 0 0 0,3 3 0 0 0,10 1 0 0 0,21 3 0 0 0,31 2 0 0 0,35 2 0 0 0,32 2 0 0 0,35 1 0 0 0,28 1 0 0 0,29 1 0 0 0,29-1 0 0 0,31 0 0 0 0,33 1 0 0 0,18-1 0 0 0,27 0 0 0 0,24 0 0 0 0,-1 0 0 0 0,-4 0 0 0 0,-13 4 0 0 0,-28 3 0 0 0,-42 1 0 0 0,-45-1 0 0 0,-45-2 0 0 0,-44-1 0 0 0,-50-2 0 0 0,-41-1 0 0 0,-32-1 0 0 0,-33 0 0 0 0,-10 0 0 0 0,-15 0 0 0 0,-1-4 0 0 0,10 0 0 0 0,6 0 0 0 0,19-3 0 0 0,29 1 0 0 0,38 1 0 0 0,42 1 0 0 0,43 1 0 0 0,40 2 0 0 0,47 0 0 0 0,39-2 0 0 0,26-1 0 0 0,20-3 0 0 0,17 0 0 0 0,15-2 0 0 0,5 1 0 0 0,-6 1 0 0 0,-18 2 0 0 0,-33 2 0 0 0,-39 1 0 0 0,-42 2 0 0 0,-41 3 0 0 0,-53 1 0 0 0,-42 4 0 0 0,-41-1 0 0 0,-32 0 0 0 0,-14-2 0 0 0,-10-2 0 0 0,4-1 0 0 0,6-2 0 0 0,17 1 0 0 0,17-2 0 0 0,26 1 0 0 0,31 0 0 0 0,38-1 0 0 0,40-2 0 0 0,40-1 0 0 0,39-3 0 0 0,29-7 0 0 0,13 0 0 0 0,12-5 0 0 0,25-2 0 0 0,5 0 0 0 0,-32 3 0 0 0,-45 5 0 0 0,-65 4 0 0 0,-70 4 0 0 0,-56 3 0 0 0,-56 2 0 0 0,-45 0 0 0 0,-22 1 0 0 0,-22 0 0 0 0,-18 0 0 0 0,-7 0 0 0 0,14-4 0 0 0,8-1 0 0 0,22 0 0 0 0,26 1 0 0 0,31 1 0 0 0,39 0 0 0 0,45 1 0 0 0,38 4 0 0 0,48 1 0 0 0,54 3 0 0 0,39 1 0 0 0,41 1 0 0 0,33 0 0 0 0,28-2 0 0 0,7-2 0 0 0,12 1 0 0 0,8 0 0 0 0,3 2 0 0 0,-14 2 0 0 0,-20 0 0 0 0,-35 1 0 0 0,-41-1 0 0 0,-51-2 0 0 0,-41-3 0 0 0,-53-2 0 0 0,-45-2 0 0 0,-44 0 0 0 0,-44-4 0 0 0,-29-2 0 0 0,-18 1 0 0 0,-8 0 0 0 0,-2 1 0 0 0,13-1 0 0 0,22-1 0 0 0,29 0 0 0 0,36 2 0 0 0,42 1 0 0 0,38 1 0 0 0,50 0 0 0 0,59 1 0 0 0,57 0 0 0 0,40 0 0 0 0,41 1 0 0 0,35 2 0 0 0,18 1 0 0 0,17 3 0 0 0,12 4 0 0 0,-9 2 0 0 0,-17 6 0 0 0,-38 3 0 0 0,-47 0 0 0 0,-57 0 0 0 0,-61-4 0 0 0,-58-2 0 0 0,-52-4 0 0 0,-41-3 0 0 0,-43-4 0 0 0,-34-6 0 0 0,-17-5 0 0 0,-17-6 0 0 0,-1-3 0 0 0,9 1 0 0 0,19 0 0 0 0,22 1 0 0 0,24 4 0 0 0,28 3 0 0 0,33 3 0 0 0,27 2 0 0 0,34-3 0 0 0,27 1 0 0 0,24-1 0 0 0,20 2 0 0 0,15 0 0 0 0,6 1 0 0 0,6 4 0 0 0,-1 1 0 0 0,-5 3 0 0 0,-18 0 0 0 0,-18 3 0 0 0,-28 2 0 0 0,-29 2 0 0 0,-31-1 0 0 0,-31 0 0 0 0,-27 1 0 0 0,-16-1 0 0 0,-23-1 0 0 0,-8-2 0 0 0,-6-2 0 0 0,-4 0 0 0 0,-9-2 0 0 0,1 0 0 0 0,13-3 0 0 0,20 2 0 0 0,26 0 0 0 0,34 2 0 0 0,29 0 0 0 0,38 2 0 0 0,34 0 0 0 0,35-3 0 0 0,33-1 0 0 0,22-2 0 0 0,29-2 0 0 0,13 0 0 0 0,4-1 0 0 0,1 3 0 0 0,-11 0 0 0 0,-27 1 0 0 0,-31 2 0 0 0,-39 0 0 0 0,-39-1 0 0 0,-38-1 0 0 0,-38 2 0 0 0,-31-1 0 0 0,-22 0 0 0 0,-21-2 0 0 0,-13-1 0 0 0,-3-1 0 0 0,4 0 0 0 0,1-1 0 0 0,6 0 0 0 0,15 0 0 0 0,14-1 0 0 0,25 1 0 0 0,30 0 0 0 0,30 0 0 0 0,31 0 0 0 0,23-3 0 0 0,24-1 0 0 0,16 0 0 0 0,10-3 0 0 0,19 1 0 0 0,12-2 0 0 0,1-1 0 0 0,12 3 0 0 0,3-2 0 0 0,-4 1 0 0 0,-9 2 0 0 0,-11 1 0 0 0,-21 2 0 0 0,-31 1 0 0 0,-31 3 0 0 0,-35 3 0 0 0,-27-1 0 0 0,-23 2 0 0 0,-26 1 0 0 0,-10 2 0 0 0,3-1 0 0 0,10-1 0 0 0,21-3 0 0 0,33-4 0 0 0,28-6 0 0 0,31-4 0 0 0,25-5 0 0 0,17-1 0 0 0,8-3 0 0 0,16 0 0 0 0,8-3 0 0 0,5-2 0 0 0,3 1 0 0 0,-8 4 0 0 0,-2 3 0 0 0,3 0 0 0 0,3 0 0 0 0,-11 0 0 0 0,-5 2 0 0 0,-6 1 0 0 0,-14 2 0 0 0,-16 3 0 0 0,-26 7 0 0 0,-30 2 0 0 0,-34 5 0 0 0,-23 1 0 0 0,-13 3 0 0 0,-8 3 0 0 0,5 1 0 0 0,14 0 0 0 0,21-7 0 0 0,17-7 0 0 0,19-7 0 0 0,14-5 0 0 0,4-7 0 0 0,4-3 0 0 0,-2 2 0 0 0,-6 1 0 0 0,-12 4 0 0 0,-23 2 0 0 0,-20 2 0 0 0,-21 7 0 0 0,-15 4 0 0 0,-9 5 0 0 0,-4 7 0 0 0,-3 6 0 0 0,-2 2 0 0 0,2 2 0 0 0,7-1 0 0 0,5-4 0 0 0,20-10 0 0 0,22-10 0 0 0,21-8 0 0 0,17-8 0 0 0,13-3 0 0 0,8-2 0 0 0,8-3 0 0 0,2 0 0 0 0,4-1 0 0 0,3 1 0 0 0,-5 1 0 0 0,0 3 0 0 0,1 2 0 0 0,-1 1 0 0 0,1 4 0 0 0,-2 2 0 0 0,4 4 0 0 0,-2 2 0 0 0,-8 7 0 0 0,-9 6 0 0 0,-10 8 0 0 0,-8 9 0 0 0,-7 3 0 0 0,-4 1 0 0 0,-2 2 0 0 0,-1-1 0 0 0,3-4 0 0 0,8-10 0 0 0,5-10 0 0 0,6-12 0 0 0,4-7 0 0 0,0-4 0 0 0,-1-2 0 0 0,2-4 0 0 0,0 0 0 0 0,-1 2 0 0 0,-2-2 0 0 0,-1-3 0 0 0,-5-2 0 0 0,-4 0 0 0 0,1 13 0 0 0,2 11 0 0 0,-2 14 0 0 0,1 15 0 0 0,0 13 0 0 0,4 10 0 0 0,3 6 0 0 0,0 7 0 0 0,0 1 0 0 0,-1-5 0 0 0,0-8 0 0 0,-1-11 0 0 0,0-13 0 0 0,-1-9 0 0 0,1-13 0 0 0,-1-13 0 0 0,0-8 0 0 0,3-9 0 0 0,2-5 0 0 0,-1-7 0 0 0,-1 1 0 0 0,-1-5 0 0 0,-3 2 0 0 0,-2 3 0 0 0,-4 1 0 0 0,-3 12 0 0 0,0 16 0 0 0,2 16 0 0 0,2 14 0 0 0,2 7 0 0 0,5 6 0 0 0,2 3 0 0 0,1-1 0 0 0,0-3 0 0 0,-1-6 0 0 0,-1-8 0 0 0,-1-9 0 0 0,0-9 0 0 0,0-11 0 0 0,-1-6 0 0 0,0-5 0 0 0,0-9 0 0 0,0-5 0 0 0,-3 1 0 0 0,-4 1 0 0 0,-4 3 0 0 0,-3 11 0 0 0,-2 12 0 0 0,-2 16 0 0 0,-4 15 0 0 0,-1 15 0 0 0,1 11 0 0 0,0 4 0 0 0,1 2 0 0 0,1-1 0 0 0,1-4 0 0 0,4-6 0 0 0,4-8 0 0 0,2-13 0 0 0,1-12 0 0 0,0-12 0 0 0,1-10 0 0 0,1-8 0 0 0,3-8 0 0 0,-2-6 0 0 0,0-3 0 0 0,1-8 0 0 0,-2-2 0 0 0,-3 4 0 0 0,-6 13 0 0 0,-7 17 0 0 0,-2 18 0 0 0,-1 14 0 0 0,-2 14 0 0 0,1 7 0 0 0,1 6 0 0 0,3-1 0 0 0,1-2 0 0 0,1-5 0 0 0,2-9 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22:30:25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43082 19315 16383 0 0,'3'0'0'0'0,"1"3"0"0"0,3 1 0 0 0,1 3 0 0 0,1 3 0 0 0,0 7 0 0 0,-2 3 0 0 0,-3 1 0 0 0,-1 3 0 0 0,-1 2 0 0 0,-1-2 0 0 0,-1-1 0 0 0,-1-2 0 0 0,1-1 0 0 0,-4-4 0 0 0,-3-5 0 0 0,-5-4 0 0 0,-2-3 0 0 0,-3 0 0 0 0,-1 0 0 0 0,3 3 0 0 0,-3 2 0 0 0,-2 1 0 0 0,1 1 0 0 0,-1-2 0 0 0,-2-1 0 0 0,-5 0 0 0 0,-3-1 0 0 0,-6 2 0 0 0,-3-1 0 0 0,-1 1 0 0 0,-3 2 0 0 0,-1 0 0 0 0,-1 0 0 0 0,0-1 0 0 0,1-2 0 0 0,3-3 0 0 0,7 1 0 0 0,14-1 0 0 0,12 0 0 0 0,18-2 0 0 0,16-2 0 0 0,12 0 0 0 0,14 0 0 0 0,5-1 0 0 0,1-1 0 0 0,-1-2 0 0 0,-4-1 0 0 0,-13 0 0 0 0,-18 0 0 0 0,-21 2 0 0 0,-20 0 0 0 0,-17 2 0 0 0,-20-1 0 0 0,-10-2 0 0 0,-10-1 0 0 0,-13 1 0 0 0,-4 0 0 0 0,5 1 0 0 0,7-3 0 0 0,9 0 0 0 0,7 1 0 0 0,18 1 0 0 0,22 1 0 0 0,20-3 0 0 0,19 1 0 0 0,14 0 0 0 0,8-3 0 0 0,7 1 0 0 0,0 1 0 0 0,-4-2 0 0 0,-7 1 0 0 0,-11 1 0 0 0,-12 1 0 0 0,-11-2 0 0 0,-14-2 0 0 0,-18-1 0 0 0,-11-1 0 0 0,-14 1 0 0 0,-13-2 0 0 0,-2 2 0 0 0,-3 2 0 0 0,4 3 0 0 0,8 1 0 0 0,11 1 0 0 0,19 2 0 0 0,17 0 0 0 0,19-3 0 0 0,22 0 0 0 0,18-1 0 0 0,19 1 0 0 0,14 1 0 0 0,10 1 0 0 0,7 0 0 0 0,0 1 0 0 0,2 0 0 0 0,-4 0 0 0 0,-5 0 0 0 0,-14 1 0 0 0,-22-1 0 0 0,-25 0 0 0 0,-32 0 0 0 0,-34 0 0 0 0,-30 0 0 0 0,-22 0 0 0 0,-26 0 0 0 0,-11 0 0 0 0,-7 0 0 0 0,-6 0 0 0 0,7 0 0 0 0,11 0 0 0 0,19 0 0 0 0,23 0 0 0 0,30 0 0 0 0,37 0 0 0 0,36 0 0 0 0,28 0 0 0 0,22 0 0 0 0,15 0 0 0 0,5 0 0 0 0,-3 0 0 0 0,-6 0 0 0 0,-14 0 0 0 0,-20 3 0 0 0,-28 1 0 0 0,-26 3 0 0 0,-24 0 0 0 0,-22 3 0 0 0,-20 1 0 0 0,-9 1 0 0 0,-13-1 0 0 0,-2 0 0 0 0,6 0 0 0 0,11-2 0 0 0,15 1 0 0 0,16-1 0 0 0,20-3 0 0 0,28-2 0 0 0,29-1 0 0 0,26 1 0 0 0,17 1 0 0 0,19-2 0 0 0,8 0 0 0 0,12 2 0 0 0,-2 0 0 0 0,0 3 0 0 0,-11-1 0 0 0,-22 2 0 0 0,-27 3 0 0 0,-24-1 0 0 0,-28 1 0 0 0,-23 1 0 0 0,-15 2 0 0 0,-10-2 0 0 0,-5 0 0 0 0,-4 1 0 0 0,1 1 0 0 0,3 2 0 0 0,5 0 0 0 0,8 1 0 0 0,6-3 0 0 0,10-1 0 0 0,13-3 0 0 0,16-3 0 0 0,17-3 0 0 0,12-2 0 0 0,8-2 0 0 0,6-1 0 0 0,3 0 0 0 0,3-1 0 0 0,-3 0 0 0 0,-4 1 0 0 0,-12 0 0 0 0,-16-1 0 0 0,-21 1 0 0 0,-14 0 0 0 0,-20 0 0 0 0,-11 0 0 0 0,-7 0 0 0 0,2 0 0 0 0,3 0 0 0 0,9 0 0 0 0,9 0 0 0 0,13 3 0 0 0,15 1 0 0 0,20 4 0 0 0,25-1 0 0 0,15-1 0 0 0,18 2 0 0 0,9-1 0 0 0,7-2 0 0 0,4-1 0 0 0,7-1 0 0 0,1-2 0 0 0,0-1 0 0 0,-6 0 0 0 0,-11 0 0 0 0,-15 0 0 0 0,-15 0 0 0 0,-14-1 0 0 0,-9 1 0 0 0,-4 0 0 0 0,-2 0 0 0 0,-1 0 0 0 0,1-3 0 0 0,1-1 0 0 0,-1 0 0 0 0,0 1 0 0 0,2 0 0 0 0,1 2 0 0 0,-2-3 0 0 0,0 0 0 0 0,-2 0 0 0 0,0 1 0 0 0,-1 1 0 0 0,-1 0 0 0 0,0 2 0 0 0,0 0 0 0 0,0 0 0 0 0,0 0 0 0 0,1 0 0 0 0,-1 0 0 0 0,0 0 0 0 0,0 0 0 0 0,0 0 0 0 0,1 1 0 0 0,-1-1 0 0 0,0 0 0 0 0,0 0 0 0 0,1 0 0 0 0,-1-1 0 0 0,0 1 0 0 0,0 0 0 0 0,1 0 0 0 0,-1 0 0 0 0,0-3 0 0 0,0-1 0 0 0,1 0 0 0 0,-1 1 0 0 0,0 1 0 0 0,0 0 0 0 0,1 2 0 0 0,-4-1 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22:30:25.21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42699 18994 16383 0 0,'0'3'0'0'0,"-3"2"0"0"0,-1 5 0 0 0,-3 4 0 0 0,-3 7 0 0 0,-1 2 0 0 0,0 3 0 0 0,-3 4 0 0 0,2 0 0 0 0,3-2 0 0 0,6-9 0 0 0,6-14 0 0 0,4-14 0 0 0,-1-12 0 0 0,0-5 0 0 0,-2-4 0 0 0,-1-1 0 0 0,-2-1 0 0 0,-3 2 0 0 0,-5 3 0 0 0,-2 3 0 0 0,-4 2 0 0 0,-4 5 0 0 0,-5 6 0 0 0,-8 1 0 0 0,-12 2 0 0 0,-10 3 0 0 0,-7 6 0 0 0,-5 4 0 0 0,-4 12 0 0 0,-3 12 0 0 0,5 8 0 0 0,9 3 0 0 0,13 1 0 0 0,13-3 0 0 0,15-8 0 0 0,13-16 0 0 0,7-19 0 0 0,7-15 0 0 0,0-13 0 0 0,-4-11 0 0 0,-9-7 0 0 0,-11-4 0 0 0,-13 1 0 0 0,-20-2 0 0 0,-18-2 0 0 0,-16 6 0 0 0,-8 6 0 0 0,-16 8 0 0 0,-10 4 0 0 0,-6 4 0 0 0,-2 5 0 0 0,1 3 0 0 0,9 6 0 0 0,14 2 0 0 0,21 3 0 0 0,26 4 0 0 0,26 3 0 0 0,19 3 0 0 0,24 0 0 0 0,17 1 0 0 0,13 1 0 0 0,10 0 0 0 0,14-1 0 0 0,5 1 0 0 0,0-4 0 0 0,1-1 0 0 0,-1-3 0 0 0,-11-3 0 0 0,-19-4 0 0 0,-24-1 0 0 0,-26-3 0 0 0,-20 3 0 0 0,-23 0 0 0 0,-16 4 0 0 0,-13 2 0 0 0,-2 4 0 0 0,5 2 0 0 0,17 2 0 0 0,26 1 0 0 0,32 0 0 0 0,31 4 0 0 0,29 1 0 0 0,29-1 0 0 0,22 3 0 0 0,15-1 0 0 0,10 0 0 0 0,-7-2 0 0 0,-13-2 0 0 0,-23 0 0 0 0,-32-2 0 0 0,-29 0 0 0 0,-34 0 0 0 0,-26 0 0 0 0,-17 0 0 0 0,-25-1 0 0 0,-12 1 0 0 0,-9 0 0 0 0,-4 0 0 0 0,-6-3 0 0 0,5-1 0 0 0,-1 0 0 0 0,-2 1 0 0 0,5 1 0 0 0,9 0 0 0 0,15 1 0 0 0,23 1 0 0 0,21 0 0 0 0,18 0 0 0 0,13 0 0 0 0,8 1 0 0 0,1-1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EC99B-2E31-4112-A5C0-7A0D55E211C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pt-PT"/>
              <a:t>Projeto de Computadores e Informática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3C3401-6C35-40BF-B4C2-BCA6CEE306E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420074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D27AB88-DB1E-1068-52F2-12540164E66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pt-PT"/>
              <a:t>Projeto de Computadores e Informática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068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;p2"/>
          <p:cNvPicPr/>
          <p:nvPr/>
        </p:nvPicPr>
        <p:blipFill>
          <a:blip r:embed="rId2"/>
          <a:srcRect t="7816" b="781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897560" y="2496960"/>
            <a:ext cx="6648480" cy="2417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45;p11"/>
          <p:cNvPicPr/>
          <p:nvPr/>
        </p:nvPicPr>
        <p:blipFill>
          <a:blip r:embed="rId2"/>
          <a:srcRect t="7816" b="781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791000" y="1755360"/>
            <a:ext cx="5562000" cy="1044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lt1"/>
                </a:solidFill>
                <a:effectLst/>
                <a:uFillTx/>
                <a:latin typeface="Zalando Sans SemiExpanded Medium"/>
                <a:ea typeface="Zalando Sans SemiExpanded Medium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50;p13"/>
          <p:cNvPicPr/>
          <p:nvPr/>
        </p:nvPicPr>
        <p:blipFill>
          <a:blip r:embed="rId2"/>
          <a:srcRect t="7816" b="7816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606920" y="228600"/>
            <a:ext cx="4308480" cy="769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630720" y="49680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0" u="none" strike="noStrike">
                <a:solidFill>
                  <a:schemeClr val="lt1"/>
                </a:solidFill>
                <a:effectLst/>
                <a:uFillTx/>
                <a:latin typeface="Zalando Sans SemiExpanded Medium"/>
                <a:ea typeface="Zalando Sans SemiExpanded Medium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title"/>
          </p:nvPr>
        </p:nvSpPr>
        <p:spPr>
          <a:xfrm>
            <a:off x="630720" y="102780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0" u="none" strike="noStrike">
                <a:solidFill>
                  <a:schemeClr val="lt1"/>
                </a:solidFill>
                <a:effectLst/>
                <a:uFillTx/>
                <a:latin typeface="Zalando Sans SemiExpanded Medium"/>
                <a:ea typeface="Zalando Sans SemiExpanded Medium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title"/>
          </p:nvPr>
        </p:nvSpPr>
        <p:spPr>
          <a:xfrm>
            <a:off x="630720" y="155880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0" u="none" strike="noStrike">
                <a:solidFill>
                  <a:schemeClr val="lt1"/>
                </a:solidFill>
                <a:effectLst/>
                <a:uFillTx/>
                <a:latin typeface="Zalando Sans SemiExpanded Medium"/>
                <a:ea typeface="Zalando Sans SemiExpanded Medium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title"/>
          </p:nvPr>
        </p:nvSpPr>
        <p:spPr>
          <a:xfrm>
            <a:off x="630720" y="208980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0" u="none" strike="noStrike">
                <a:solidFill>
                  <a:schemeClr val="lt1"/>
                </a:solidFill>
                <a:effectLst/>
                <a:uFillTx/>
                <a:latin typeface="Zalando Sans SemiExpanded Medium"/>
                <a:ea typeface="Zalando Sans SemiExpanded Medium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title"/>
          </p:nvPr>
        </p:nvSpPr>
        <p:spPr>
          <a:xfrm>
            <a:off x="630720" y="262080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0" u="none" strike="noStrike">
                <a:solidFill>
                  <a:schemeClr val="lt1"/>
                </a:solidFill>
                <a:effectLst/>
                <a:uFillTx/>
                <a:latin typeface="Zalando Sans SemiExpanded Medium"/>
                <a:ea typeface="Zalando Sans SemiExpanded Medium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7"/>
          <p:cNvSpPr>
            <a:spLocks noGrp="1"/>
          </p:cNvSpPr>
          <p:nvPr>
            <p:ph type="title"/>
          </p:nvPr>
        </p:nvSpPr>
        <p:spPr>
          <a:xfrm>
            <a:off x="630720" y="315216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0" u="none" strike="noStrike">
                <a:solidFill>
                  <a:schemeClr val="lt1"/>
                </a:solidFill>
                <a:effectLst/>
                <a:uFillTx/>
                <a:latin typeface="Zalando Sans SemiExpanded Medium"/>
                <a:ea typeface="Zalando Sans SemiExpanded Medium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8"/>
          <p:cNvSpPr>
            <a:spLocks noGrp="1"/>
          </p:cNvSpPr>
          <p:nvPr>
            <p:ph type="title"/>
          </p:nvPr>
        </p:nvSpPr>
        <p:spPr>
          <a:xfrm>
            <a:off x="630720" y="368316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0" u="none" strike="noStrike">
                <a:solidFill>
                  <a:schemeClr val="lt1"/>
                </a:solidFill>
                <a:effectLst/>
                <a:uFillTx/>
                <a:latin typeface="Zalando Sans SemiExpanded Medium"/>
                <a:ea typeface="Zalando Sans SemiExpanded Medium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9"/>
          <p:cNvSpPr>
            <a:spLocks noGrp="1"/>
          </p:cNvSpPr>
          <p:nvPr>
            <p:ph type="title"/>
          </p:nvPr>
        </p:nvSpPr>
        <p:spPr>
          <a:xfrm>
            <a:off x="630720" y="421416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0" u="none" strike="noStrike">
                <a:solidFill>
                  <a:schemeClr val="lt1"/>
                </a:solidFill>
                <a:effectLst/>
                <a:uFillTx/>
                <a:latin typeface="Zalando Sans SemiExpanded Medium"/>
                <a:ea typeface="Zalando Sans SemiExpanded Medium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69;p14"/>
          <p:cNvPicPr/>
          <p:nvPr/>
        </p:nvPicPr>
        <p:blipFill>
          <a:blip r:embed="rId2"/>
          <a:srcRect t="7816" b="7816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228600" y="263880"/>
            <a:ext cx="7028280" cy="1645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73;p15"/>
          <p:cNvPicPr/>
          <p:nvPr/>
        </p:nvPicPr>
        <p:blipFill>
          <a:blip r:embed="rId2"/>
          <a:srcRect t="7816" b="781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35440" y="228600"/>
            <a:ext cx="4539960" cy="109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687280" y="0"/>
            <a:ext cx="34567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78;p16"/>
          <p:cNvPicPr/>
          <p:nvPr/>
        </p:nvPicPr>
        <p:blipFill>
          <a:blip r:embed="rId2"/>
          <a:srcRect t="7816" b="7816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87;p17"/>
          <p:cNvPicPr/>
          <p:nvPr/>
        </p:nvPicPr>
        <p:blipFill>
          <a:blip r:embed="rId2"/>
          <a:srcRect t="7816" b="7816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98;p18"/>
          <p:cNvPicPr/>
          <p:nvPr/>
        </p:nvPicPr>
        <p:blipFill>
          <a:blip r:embed="rId2"/>
          <a:srcRect t="7816" b="7816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101;p19"/>
          <p:cNvPicPr/>
          <p:nvPr/>
        </p:nvPicPr>
        <p:blipFill>
          <a:blip r:embed="rId2"/>
          <a:srcRect t="7816" b="7816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104;p20"/>
          <p:cNvPicPr/>
          <p:nvPr/>
        </p:nvPicPr>
        <p:blipFill>
          <a:blip r:embed="rId2"/>
          <a:srcRect t="7816" b="781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46120" y="382320"/>
            <a:ext cx="3543480" cy="222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1" name="Google Shape;107;p20"/>
          <p:cNvSpPr/>
          <p:nvPr/>
        </p:nvSpPr>
        <p:spPr>
          <a:xfrm>
            <a:off x="3969720" y="406080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  <a:hlinkClick r:id="rId3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  <a:hlinkClick r:id="rId4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13;p3"/>
          <p:cNvPicPr/>
          <p:nvPr/>
        </p:nvPicPr>
        <p:blipFill>
          <a:blip r:embed="rId2"/>
          <a:srcRect t="7816" b="7816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060720" y="3107520"/>
            <a:ext cx="5854320" cy="1807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title"/>
          </p:nvPr>
        </p:nvSpPr>
        <p:spPr>
          <a:xfrm>
            <a:off x="228600" y="276120"/>
            <a:ext cx="1651680" cy="1370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8200" b="0" u="none" strike="noStrike">
                <a:solidFill>
                  <a:schemeClr val="dk1"/>
                </a:solidFill>
                <a:effectLst/>
                <a:uFillTx/>
                <a:latin typeface="Zalando Sans SemiExpanded Medium"/>
                <a:ea typeface="Zalando Sans SemiExpanded Medium"/>
              </a:rPr>
              <a:t>xx%</a:t>
            </a:r>
            <a:endParaRPr lang="fr-FR" sz="8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109;p21"/>
          <p:cNvPicPr/>
          <p:nvPr/>
        </p:nvPicPr>
        <p:blipFill>
          <a:blip r:embed="rId2"/>
          <a:srcRect t="7816" b="7816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111;p22"/>
          <p:cNvPicPr/>
          <p:nvPr/>
        </p:nvPicPr>
        <p:blipFill>
          <a:blip r:embed="rId2"/>
          <a:srcRect t="7816" b="7816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17;p4"/>
          <p:cNvPicPr/>
          <p:nvPr/>
        </p:nvPicPr>
        <p:blipFill>
          <a:blip r:embed="rId2"/>
          <a:srcRect t="7816" b="7816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228600" y="999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21;p5"/>
          <p:cNvPicPr/>
          <p:nvPr/>
        </p:nvPicPr>
        <p:blipFill>
          <a:blip r:embed="rId2"/>
          <a:srcRect t="7816" b="7816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28;p6"/>
          <p:cNvPicPr/>
          <p:nvPr/>
        </p:nvPicPr>
        <p:blipFill>
          <a:blip r:embed="rId2"/>
          <a:srcRect t="7816" b="7816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31;p7"/>
          <p:cNvPicPr/>
          <p:nvPr/>
        </p:nvPicPr>
        <p:blipFill>
          <a:blip r:embed="rId2"/>
          <a:srcRect t="7816" b="781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47635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35;p8"/>
          <p:cNvPicPr/>
          <p:nvPr/>
        </p:nvPicPr>
        <p:blipFill>
          <a:blip r:embed="rId2"/>
          <a:srcRect t="7816" b="7816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768680" y="1307160"/>
            <a:ext cx="560664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38;p9"/>
          <p:cNvPicPr/>
          <p:nvPr/>
        </p:nvPicPr>
        <p:blipFill>
          <a:blip r:embed="rId2"/>
          <a:srcRect t="7816" b="7816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2135520" y="1441800"/>
            <a:ext cx="4872600" cy="118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customXml" Target="../ink/ink9.xml"/><Relationship Id="rId3" Type="http://schemas.openxmlformats.org/officeDocument/2006/relationships/customXml" Target="../ink/ink2.xml"/><Relationship Id="rId7" Type="http://schemas.openxmlformats.org/officeDocument/2006/relationships/image" Target="../media/image11.png"/><Relationship Id="rId12" Type="http://schemas.openxmlformats.org/officeDocument/2006/relationships/customXml" Target="../ink/ink8.xml"/><Relationship Id="rId17" Type="http://schemas.openxmlformats.org/officeDocument/2006/relationships/customXml" Target="../ink/ink13.xml"/><Relationship Id="rId2" Type="http://schemas.openxmlformats.org/officeDocument/2006/relationships/image" Target="../media/image9.png"/><Relationship Id="rId16" Type="http://schemas.openxmlformats.org/officeDocument/2006/relationships/customXml" Target="../ink/ink12.xml"/><Relationship Id="rId1" Type="http://schemas.openxmlformats.org/officeDocument/2006/relationships/slideLayout" Target="../slideLayouts/slideLayout14.xml"/><Relationship Id="rId6" Type="http://schemas.openxmlformats.org/officeDocument/2006/relationships/customXml" Target="../ink/ink4.xml"/><Relationship Id="rId11" Type="http://schemas.openxmlformats.org/officeDocument/2006/relationships/customXml" Target="../ink/ink7.xml"/><Relationship Id="rId5" Type="http://schemas.openxmlformats.org/officeDocument/2006/relationships/customXml" Target="../ink/ink3.xml"/><Relationship Id="rId15" Type="http://schemas.openxmlformats.org/officeDocument/2006/relationships/customXml" Target="../ink/ink11.xml"/><Relationship Id="rId10" Type="http://schemas.openxmlformats.org/officeDocument/2006/relationships/customXml" Target="../ink/ink6.xml"/><Relationship Id="rId4" Type="http://schemas.openxmlformats.org/officeDocument/2006/relationships/image" Target="../media/image10.png"/><Relationship Id="rId9" Type="http://schemas.openxmlformats.org/officeDocument/2006/relationships/image" Target="../media/image12.png"/><Relationship Id="rId14" Type="http://schemas.openxmlformats.org/officeDocument/2006/relationships/customXml" Target="../ink/ink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customXml" Target="../ink/ink20.xml"/><Relationship Id="rId3" Type="http://schemas.openxmlformats.org/officeDocument/2006/relationships/image" Target="../media/image18.png"/><Relationship Id="rId7" Type="http://schemas.openxmlformats.org/officeDocument/2006/relationships/customXml" Target="../ink/ink17.xml"/><Relationship Id="rId12" Type="http://schemas.openxmlformats.org/officeDocument/2006/relationships/image" Target="../media/image23.png"/><Relationship Id="rId2" Type="http://schemas.openxmlformats.org/officeDocument/2006/relationships/customXml" Target="../ink/ink15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customXml" Target="../ink/ink19.xml"/><Relationship Id="rId5" Type="http://schemas.openxmlformats.org/officeDocument/2006/relationships/customXml" Target="../ink/ink16.xml"/><Relationship Id="rId15" Type="http://schemas.openxmlformats.org/officeDocument/2006/relationships/customXml" Target="../ink/ink21.xml"/><Relationship Id="rId10" Type="http://schemas.openxmlformats.org/officeDocument/2006/relationships/image" Target="../media/image22.png"/><Relationship Id="rId4" Type="http://schemas.openxmlformats.org/officeDocument/2006/relationships/image" Target="../media/image15.png"/><Relationship Id="rId9" Type="http://schemas.openxmlformats.org/officeDocument/2006/relationships/customXml" Target="../ink/ink18.xml"/><Relationship Id="rId1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customXml" Target="../ink/ink27.xml"/><Relationship Id="rId18" Type="http://schemas.openxmlformats.org/officeDocument/2006/relationships/image" Target="../media/image33.png"/><Relationship Id="rId3" Type="http://schemas.openxmlformats.org/officeDocument/2006/relationships/image" Target="../media/image10.png"/><Relationship Id="rId7" Type="http://schemas.openxmlformats.org/officeDocument/2006/relationships/customXml" Target="../ink/ink24.xml"/><Relationship Id="rId12" Type="http://schemas.openxmlformats.org/officeDocument/2006/relationships/image" Target="../media/image30.png"/><Relationship Id="rId17" Type="http://schemas.openxmlformats.org/officeDocument/2006/relationships/customXml" Target="../ink/ink29.xml"/><Relationship Id="rId2" Type="http://schemas.openxmlformats.org/officeDocument/2006/relationships/customXml" Target="../ink/ink22.xml"/><Relationship Id="rId16" Type="http://schemas.openxmlformats.org/officeDocument/2006/relationships/image" Target="../media/image32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11" Type="http://schemas.openxmlformats.org/officeDocument/2006/relationships/customXml" Target="../ink/ink26.xml"/><Relationship Id="rId5" Type="http://schemas.openxmlformats.org/officeDocument/2006/relationships/customXml" Target="../ink/ink23.xml"/><Relationship Id="rId15" Type="http://schemas.openxmlformats.org/officeDocument/2006/relationships/customXml" Target="../ink/ink28.xml"/><Relationship Id="rId10" Type="http://schemas.openxmlformats.org/officeDocument/2006/relationships/image" Target="../media/image29.png"/><Relationship Id="rId19" Type="http://schemas.openxmlformats.org/officeDocument/2006/relationships/customXml" Target="../ink/ink30.xml"/><Relationship Id="rId4" Type="http://schemas.openxmlformats.org/officeDocument/2006/relationships/image" Target="../media/image16.png"/><Relationship Id="rId9" Type="http://schemas.openxmlformats.org/officeDocument/2006/relationships/customXml" Target="../ink/ink25.xml"/><Relationship Id="rId1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>
            <a:extLst>
              <a:ext uri="{FF2B5EF4-FFF2-40B4-BE49-F238E27FC236}">
                <a16:creationId xmlns:a16="http://schemas.microsoft.com/office/drawing/2014/main" id="{A3F97675-6D6F-B416-8DD5-E5CA6C2FF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507" y="415299"/>
            <a:ext cx="6648120" cy="174233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PT" sz="3200"/>
              <a:t>Aplicação Interativa de Suporte à Aprendizagem dos Sistemas Digitais aos Sistemas Embutidos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708B148-0209-A122-E6E2-36A4E1C5B957}"/>
              </a:ext>
            </a:extLst>
          </p:cNvPr>
          <p:cNvSpPr txBox="1"/>
          <p:nvPr/>
        </p:nvSpPr>
        <p:spPr>
          <a:xfrm>
            <a:off x="223886" y="3367668"/>
            <a:ext cx="2389629" cy="163121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pt-PT" sz="1600" b="1"/>
              <a:t>Grupo:</a:t>
            </a:r>
            <a:endParaRPr lang="pt-PT" sz="1400" b="1"/>
          </a:p>
          <a:p>
            <a:r>
              <a:rPr lang="pt-PT" sz="1400"/>
              <a:t>113602 - João Pinho</a:t>
            </a:r>
          </a:p>
          <a:p>
            <a:r>
              <a:rPr lang="pt-PT" sz="1400"/>
              <a:t>114947 - Guilherme Gabino</a:t>
            </a:r>
          </a:p>
          <a:p>
            <a:r>
              <a:rPr lang="pt-PT" sz="1400"/>
              <a:t>115931 - Joaquim Martins</a:t>
            </a:r>
          </a:p>
          <a:p>
            <a:r>
              <a:rPr lang="pt-PT" sz="1400"/>
              <a:t>113726 - Francisco Matos</a:t>
            </a:r>
          </a:p>
          <a:p>
            <a:r>
              <a:rPr lang="pt-PT" sz="1400"/>
              <a:t>114421 - Duarte Lourenço</a:t>
            </a:r>
          </a:p>
          <a:p>
            <a:r>
              <a:rPr lang="pt-PT" sz="1400"/>
              <a:t>114597 - Carlos Verenzuela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54FFB19-5BFB-2C52-1EF6-A30C6C3885DC}"/>
              </a:ext>
            </a:extLst>
          </p:cNvPr>
          <p:cNvSpPr txBox="1"/>
          <p:nvPr/>
        </p:nvSpPr>
        <p:spPr>
          <a:xfrm>
            <a:off x="2815265" y="3378977"/>
            <a:ext cx="15311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600" b="1"/>
              <a:t>Orientadores:</a:t>
            </a:r>
            <a:endParaRPr lang="pt-PT" b="1"/>
          </a:p>
          <a:p>
            <a:r>
              <a:rPr lang="pt-PT" sz="1400"/>
              <a:t>Arnaldo Oliveira</a:t>
            </a:r>
          </a:p>
          <a:p>
            <a:r>
              <a:rPr lang="pt-PT" sz="1400"/>
              <a:t>Fábio Coutinho</a:t>
            </a:r>
            <a:endParaRPr lang="pt-PT"/>
          </a:p>
        </p:txBody>
      </p:sp>
      <p:pic>
        <p:nvPicPr>
          <p:cNvPr id="14" name="Imagem 13" descr="Uma imagem com texto, Tipo de letra, Gráficos, design gráfico&#10;&#10;Os conteúdos gerados por IA podem estar incorretos.">
            <a:extLst>
              <a:ext uri="{FF2B5EF4-FFF2-40B4-BE49-F238E27FC236}">
                <a16:creationId xmlns:a16="http://schemas.microsoft.com/office/drawing/2014/main" id="{9364077D-4616-7185-9461-2757D30090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624" y="4654151"/>
            <a:ext cx="1761748" cy="429769"/>
          </a:xfrm>
          <a:prstGeom prst="rect">
            <a:avLst/>
          </a:prstGeom>
        </p:spPr>
      </p:pic>
      <p:pic>
        <p:nvPicPr>
          <p:cNvPr id="16" name="Imagem 15" descr="Uma imagem com Tipo de letra, texto, Gráficos, design gráfico&#10;&#10;Os conteúdos gerados por IA podem estar incorretos.">
            <a:extLst>
              <a:ext uri="{FF2B5EF4-FFF2-40B4-BE49-F238E27FC236}">
                <a16:creationId xmlns:a16="http://schemas.microsoft.com/office/drawing/2014/main" id="{E1213835-1835-83E5-DC85-E8CB5E9677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4805" y="4503325"/>
            <a:ext cx="944854" cy="580595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AEB16945-9544-3B53-2956-E4E63CBD1E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5245" y="3297953"/>
            <a:ext cx="18290" cy="1700931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25AD1308-4B7F-1FC3-FD2C-3E270DF4BBC9}"/>
              </a:ext>
            </a:extLst>
          </p:cNvPr>
          <p:cNvSpPr txBox="1"/>
          <p:nvPr/>
        </p:nvSpPr>
        <p:spPr>
          <a:xfrm>
            <a:off x="1666425" y="2300327"/>
            <a:ext cx="58086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>
                <a:cs typeface="Arial"/>
              </a:rPr>
              <a:t>Projeto de Engenharia de Computadores e Informática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BCC09-FDCA-FB88-65A4-E4D90A512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>
            <a:extLst>
              <a:ext uri="{FF2B5EF4-FFF2-40B4-BE49-F238E27FC236}">
                <a16:creationId xmlns:a16="http://schemas.microsoft.com/office/drawing/2014/main" id="{16CFCC78-2152-1B27-E83D-9FBA84573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372" y="228600"/>
            <a:ext cx="4503788" cy="97031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0" algn="l"/>
              </a:tabLst>
            </a:pPr>
            <a:r>
              <a:rPr lang="en-US" sz="2800" b="0" u="none" strike="noStrike" err="1">
                <a:solidFill>
                  <a:schemeClr val="dk1"/>
                </a:solidFill>
                <a:effectLst/>
                <a:uFillTx/>
                <a:latin typeface="Arial"/>
                <a:ea typeface="Zalando Sans SemiExpanded Medium"/>
                <a:cs typeface="Arial"/>
              </a:rPr>
              <a:t>Contextualização</a:t>
            </a:r>
            <a:endParaRPr lang="en-US" sz="2800" err="1">
              <a:solidFill>
                <a:schemeClr val="dk1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200">
                <a:solidFill>
                  <a:schemeClr val="dk1"/>
                </a:solidFill>
                <a:latin typeface="Arial"/>
                <a:cs typeface="Arial"/>
              </a:rPr>
              <a:t>Projeto de Engenharia de Computadores e Informática</a:t>
            </a:r>
            <a:endParaRPr lang="en-US" sz="1200">
              <a:solidFill>
                <a:schemeClr val="dk1"/>
              </a:solidFill>
            </a:endParaRPr>
          </a:p>
        </p:txBody>
      </p:sp>
      <p:sp>
        <p:nvSpPr>
          <p:cNvPr id="63" name="PlaceHolder 2">
            <a:extLst>
              <a:ext uri="{FF2B5EF4-FFF2-40B4-BE49-F238E27FC236}">
                <a16:creationId xmlns:a16="http://schemas.microsoft.com/office/drawing/2014/main" id="{1B5E404A-5164-DC1A-1A3D-632797D914E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78134" y="1146009"/>
            <a:ext cx="4040382" cy="79291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pt-PT" sz="1400">
                <a:ea typeface="+mj-lt"/>
                <a:cs typeface="+mj-lt"/>
              </a:rPr>
              <a:t>Complexidade elevada em Sistemas Digitais e Arquitetura de computadores</a:t>
            </a:r>
          </a:p>
        </p:txBody>
      </p:sp>
      <p:pic>
        <p:nvPicPr>
          <p:cNvPr id="5" name="Imagem 4" descr="Uma imagem com computador, interior, pessoa, computador portátil&#10;&#10;Os conteúdos gerados por IA podem estar incorretos.">
            <a:extLst>
              <a:ext uri="{FF2B5EF4-FFF2-40B4-BE49-F238E27FC236}">
                <a16:creationId xmlns:a16="http://schemas.microsoft.com/office/drawing/2014/main" id="{459DCB15-33DE-AE51-79FA-299F6377BD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5" r="7681"/>
          <a:stretch>
            <a:fillRect/>
          </a:stretch>
        </p:blipFill>
        <p:spPr>
          <a:xfrm>
            <a:off x="4940986" y="396586"/>
            <a:ext cx="3630065" cy="43503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5BC2CB6-03F0-92A3-CDF5-735BE387124E}"/>
              </a:ext>
            </a:extLst>
          </p:cNvPr>
          <p:cNvSpPr txBox="1"/>
          <p:nvPr/>
        </p:nvSpPr>
        <p:spPr>
          <a:xfrm>
            <a:off x="0" y="4832784"/>
            <a:ext cx="27826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1400" b="1">
                <a:ea typeface="+mn-lt"/>
                <a:cs typeface="+mn-lt"/>
              </a:rPr>
              <a:t>2</a:t>
            </a:r>
            <a:endParaRPr lang="pt-PT" sz="1000" b="1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4C16D76-A295-88F2-506C-39192DA9B69F}"/>
              </a:ext>
            </a:extLst>
          </p:cNvPr>
          <p:cNvSpPr txBox="1"/>
          <p:nvPr/>
        </p:nvSpPr>
        <p:spPr>
          <a:xfrm>
            <a:off x="78134" y="1938924"/>
            <a:ext cx="4040382" cy="6987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pt-PT" sz="1400">
                <a:ea typeface="+mj-lt"/>
                <a:cs typeface="+mj-lt"/>
              </a:rPr>
              <a:t>Necessidade de métodos interativos para envolver mais aos alunos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21CF192-0A79-933E-DFED-C0FD5A744DE8}"/>
              </a:ext>
            </a:extLst>
          </p:cNvPr>
          <p:cNvSpPr txBox="1"/>
          <p:nvPr/>
        </p:nvSpPr>
        <p:spPr>
          <a:xfrm>
            <a:off x="78134" y="3524719"/>
            <a:ext cx="4040382" cy="6987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pt-PT" sz="1400" err="1">
                <a:ea typeface="+mj-lt"/>
                <a:cs typeface="+mj-lt"/>
              </a:rPr>
              <a:t>Gamificação</a:t>
            </a:r>
            <a:r>
              <a:rPr lang="pt-PT" sz="1400">
                <a:ea typeface="+mj-lt"/>
                <a:cs typeface="+mj-lt"/>
              </a:rPr>
              <a:t> aplicada ao ensino da Engenharia</a:t>
            </a:r>
            <a:endParaRPr lang="en-US" sz="1400">
              <a:ea typeface="+mj-lt"/>
              <a:cs typeface="+mj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D826CF3-0DDD-6DC1-F332-4AE54274D16F}"/>
              </a:ext>
            </a:extLst>
          </p:cNvPr>
          <p:cNvSpPr txBox="1"/>
          <p:nvPr/>
        </p:nvSpPr>
        <p:spPr>
          <a:xfrm>
            <a:off x="78134" y="2731821"/>
            <a:ext cx="4040382" cy="6987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pt-PT" sz="1400">
                <a:ea typeface="+mj-lt"/>
                <a:cs typeface="+mj-lt"/>
              </a:rPr>
              <a:t>Validar/</a:t>
            </a:r>
            <a:r>
              <a:rPr lang="pt-PT" sz="1400" err="1">
                <a:ea typeface="+mj-lt"/>
                <a:cs typeface="+mj-lt"/>
              </a:rPr>
              <a:t>auto-avaliar</a:t>
            </a:r>
            <a:r>
              <a:rPr lang="pt-PT" sz="1400">
                <a:ea typeface="+mj-lt"/>
                <a:cs typeface="+mj-lt"/>
              </a:rPr>
              <a:t> conhecimentos ao longo do tempo</a:t>
            </a:r>
            <a:endParaRPr lang="en-US" sz="1400"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58252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/>
          <p:cNvSpPr/>
          <p:nvPr/>
        </p:nvSpPr>
        <p:spPr>
          <a:xfrm>
            <a:off x="3761678" y="476281"/>
            <a:ext cx="5011860" cy="11492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pt-PT" sz="2800" err="1"/>
              <a:t>Duolingo</a:t>
            </a:r>
            <a:r>
              <a:rPr lang="pt-PT" sz="2800"/>
              <a:t> no processo de aprendizagem</a:t>
            </a:r>
          </a:p>
          <a:p>
            <a:pPr>
              <a:tabLst>
                <a:tab pos="0" algn="l"/>
              </a:tabLst>
            </a:pPr>
            <a:r>
              <a:rPr lang="pt-PT" sz="1200">
                <a:solidFill>
                  <a:schemeClr val="dk1"/>
                </a:solidFill>
                <a:latin typeface="Arial"/>
                <a:cs typeface="Arial"/>
              </a:rPr>
              <a:t>Projeto de Engenharia de Computadores e Informática</a:t>
            </a:r>
            <a:endParaRPr lang="pt-PT" sz="1200">
              <a:solidFill>
                <a:schemeClr val="dk1"/>
              </a:solidFill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178F92F-D802-DCB2-158E-2F8EED475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66" y="408877"/>
            <a:ext cx="2513428" cy="446699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3" name="PlaceHolder 2">
            <a:extLst>
              <a:ext uri="{FF2B5EF4-FFF2-40B4-BE49-F238E27FC236}">
                <a16:creationId xmlns:a16="http://schemas.microsoft.com/office/drawing/2014/main" id="{CCEDFA2E-A575-6F9A-DE45-5AC4DA870A2E}"/>
              </a:ext>
            </a:extLst>
          </p:cNvPr>
          <p:cNvSpPr txBox="1">
            <a:spLocks/>
          </p:cNvSpPr>
          <p:nvPr/>
        </p:nvSpPr>
        <p:spPr>
          <a:xfrm>
            <a:off x="3761678" y="2097127"/>
            <a:ext cx="4651156" cy="208020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>
                <a:latin typeface="+mn-lt"/>
              </a:rPr>
              <a:t>App para aprender idiomas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40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b="1">
                <a:latin typeface="+mn-lt"/>
              </a:rPr>
              <a:t>Lições curtas</a:t>
            </a:r>
            <a:r>
              <a:rPr lang="pt-PT" sz="1400">
                <a:latin typeface="+mn-lt"/>
              </a:rPr>
              <a:t> (focadas em leitura, escrita, escuta e fala)</a:t>
            </a:r>
            <a:endParaRPr lang="pt-PT" sz="1400">
              <a:latin typeface="+mn-lt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40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>
                <a:latin typeface="+mn-lt"/>
              </a:rPr>
              <a:t>Sistema adaptativo que personaliza o aprendizado ao ritmo do utilizador</a:t>
            </a:r>
            <a:endParaRPr lang="pt-PT" sz="1400">
              <a:latin typeface="+mn-lt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40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>
                <a:latin typeface="+mn-lt"/>
              </a:rPr>
              <a:t>Objetivo: tornar o aprendizado </a:t>
            </a:r>
            <a:r>
              <a:rPr lang="pt-PT" sz="1400" b="1">
                <a:latin typeface="+mn-lt"/>
              </a:rPr>
              <a:t>acessível, flexível e divertido</a:t>
            </a:r>
            <a:endParaRPr lang="pt-PT" sz="1400">
              <a:latin typeface="+mn-lt"/>
              <a:cs typeface="Arial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57F5C2E-8E1D-1F22-4063-6E29B6CEC7BE}"/>
              </a:ext>
            </a:extLst>
          </p:cNvPr>
          <p:cNvSpPr txBox="1"/>
          <p:nvPr/>
        </p:nvSpPr>
        <p:spPr>
          <a:xfrm>
            <a:off x="0" y="4832784"/>
            <a:ext cx="27826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1400" b="1">
                <a:ea typeface="+mn-lt"/>
                <a:cs typeface="+mn-lt"/>
              </a:rPr>
              <a:t>3</a:t>
            </a:r>
            <a:endParaRPr lang="pt-PT" sz="10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237960" y="228600"/>
            <a:ext cx="4543200" cy="65116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00" b="0" u="none" strike="noStrike" err="1">
                <a:solidFill>
                  <a:schemeClr val="dk1"/>
                </a:solidFill>
                <a:effectLst/>
                <a:uFillTx/>
                <a:latin typeface="Arial"/>
                <a:ea typeface="Zalando Sans SemiExpanded Medium"/>
                <a:cs typeface="Arial"/>
              </a:rPr>
              <a:t>Objetivos</a:t>
            </a:r>
            <a:br>
              <a:rPr lang="en-US" sz="2800">
                <a:latin typeface="Arial"/>
                <a:ea typeface="Zalando Sans SemiExpanded Medium"/>
                <a:cs typeface="Arial"/>
              </a:rPr>
            </a:br>
            <a:r>
              <a:rPr lang="pt-PT" sz="1200">
                <a:solidFill>
                  <a:schemeClr val="dk1"/>
                </a:solidFill>
                <a:latin typeface="Arial"/>
                <a:cs typeface="Arial"/>
              </a:rPr>
              <a:t>Projeto de Engenharia de Computadores e Informática</a:t>
            </a:r>
            <a:endParaRPr lang="fr-FR" sz="1200" b="0" u="none" strike="noStrike">
              <a:solidFill>
                <a:schemeClr val="dk1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171532" y="1156704"/>
            <a:ext cx="4955907" cy="74053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pt-PT" sz="1400" b="1" err="1">
                <a:ea typeface="+mj-lt"/>
                <a:cs typeface="+mj-lt"/>
              </a:rPr>
              <a:t>Gamificação</a:t>
            </a:r>
            <a:r>
              <a:rPr lang="pt-PT" sz="1400">
                <a:ea typeface="+mj-lt"/>
                <a:cs typeface="+mj-lt"/>
              </a:rPr>
              <a:t>: XP, níveis de progressão e desafios diários</a:t>
            </a:r>
            <a:endParaRPr lang="pt-PT">
              <a:cs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pt-PT" sz="1400">
              <a:ea typeface="+mj-lt"/>
              <a:cs typeface="+mj-lt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57FE8FE-BD06-6ABB-606C-9D02C92F398C}"/>
              </a:ext>
            </a:extLst>
          </p:cNvPr>
          <p:cNvSpPr txBox="1"/>
          <p:nvPr/>
        </p:nvSpPr>
        <p:spPr>
          <a:xfrm>
            <a:off x="0" y="4832784"/>
            <a:ext cx="27826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1400" b="1">
                <a:ea typeface="+mn-lt"/>
                <a:cs typeface="+mn-lt"/>
              </a:rPr>
              <a:t>4</a:t>
            </a:r>
            <a:endParaRPr lang="pt-PT" sz="1000" b="1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DD37211-A148-A353-973C-5BD23A5BF234}"/>
              </a:ext>
            </a:extLst>
          </p:cNvPr>
          <p:cNvSpPr txBox="1"/>
          <p:nvPr/>
        </p:nvSpPr>
        <p:spPr>
          <a:xfrm>
            <a:off x="171532" y="1951312"/>
            <a:ext cx="4955907" cy="3755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pt-PT" sz="1400" b="1">
                <a:ea typeface="+mj-lt"/>
                <a:cs typeface="+mj-lt"/>
              </a:rPr>
              <a:t>Tutoria Inteligente: </a:t>
            </a:r>
            <a:r>
              <a:rPr lang="pt-PT" sz="1400">
                <a:ea typeface="+mj-lt"/>
                <a:cs typeface="+mj-lt"/>
              </a:rPr>
              <a:t>Suporte de </a:t>
            </a:r>
            <a:r>
              <a:rPr lang="pt-PT" sz="1400" err="1">
                <a:ea typeface="+mj-lt"/>
                <a:cs typeface="+mj-lt"/>
              </a:rPr>
              <a:t>LLMs</a:t>
            </a:r>
            <a:r>
              <a:rPr lang="pt-PT" sz="1400">
                <a:ea typeface="+mj-lt"/>
                <a:cs typeface="+mj-lt"/>
              </a:rPr>
              <a:t> em tempo real</a:t>
            </a:r>
            <a:endParaRPr lang="pt-PT">
              <a:cs typeface="Arial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B0130AD-70DF-660F-D969-ED97E13A6F78}"/>
              </a:ext>
            </a:extLst>
          </p:cNvPr>
          <p:cNvSpPr txBox="1"/>
          <p:nvPr/>
        </p:nvSpPr>
        <p:spPr>
          <a:xfrm>
            <a:off x="171531" y="2378030"/>
            <a:ext cx="4955908" cy="3755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pt-PT" sz="1400" b="1">
                <a:ea typeface="+mj-lt"/>
                <a:cs typeface="+mj-lt"/>
              </a:rPr>
              <a:t>Acessibilidade: </a:t>
            </a:r>
            <a:r>
              <a:rPr lang="pt-PT" sz="1400">
                <a:ea typeface="+mj-lt"/>
                <a:cs typeface="+mj-lt"/>
              </a:rPr>
              <a:t>Feedback instantâneo e suporte mobile</a:t>
            </a:r>
            <a:endParaRPr lang="pt-PT">
              <a:cs typeface="Arial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DEAFF86-9E45-41D3-4FFA-D5BEA54FD1A3}"/>
              </a:ext>
            </a:extLst>
          </p:cNvPr>
          <p:cNvSpPr txBox="1"/>
          <p:nvPr/>
        </p:nvSpPr>
        <p:spPr>
          <a:xfrm>
            <a:off x="171531" y="2804748"/>
            <a:ext cx="4955909" cy="3755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pt-PT" sz="1400" b="1">
                <a:ea typeface="+mj-lt"/>
                <a:cs typeface="+mj-lt"/>
              </a:rPr>
              <a:t>Versatilidade: </a:t>
            </a:r>
            <a:r>
              <a:rPr lang="pt-PT" sz="1400">
                <a:ea typeface="+mj-lt"/>
                <a:cs typeface="+mj-lt"/>
              </a:rPr>
              <a:t>Modo offline com versão otimizada</a:t>
            </a:r>
            <a:endParaRPr lang="en-US" sz="1400">
              <a:ea typeface="+mj-lt"/>
              <a:cs typeface="+mj-lt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F01AAFD-1EAD-C8D4-2DD7-470FBEE67F43}"/>
              </a:ext>
            </a:extLst>
          </p:cNvPr>
          <p:cNvSpPr txBox="1"/>
          <p:nvPr/>
        </p:nvSpPr>
        <p:spPr>
          <a:xfrm>
            <a:off x="171531" y="3237278"/>
            <a:ext cx="4985599" cy="6987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1000"/>
              </a:spcBef>
              <a:buSzPct val="90000"/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pt-PT" sz="1400" b="1"/>
              <a:t>Adaptabilidade</a:t>
            </a:r>
            <a:r>
              <a:rPr lang="pt-PT" sz="1400" b="1">
                <a:ea typeface="+mj-lt"/>
                <a:cs typeface="+mj-lt"/>
              </a:rPr>
              <a:t>: </a:t>
            </a:r>
            <a:r>
              <a:rPr lang="pt-PT" sz="1400">
                <a:ea typeface="+mj-lt"/>
                <a:cs typeface="+mj-lt"/>
              </a:rPr>
              <a:t>Suporte para vários tipos de utilizadores</a:t>
            </a:r>
            <a:endParaRPr lang="en-US" sz="1400">
              <a:ea typeface="+mj-lt"/>
              <a:cs typeface="+mj-lt"/>
            </a:endParaRPr>
          </a:p>
        </p:txBody>
      </p:sp>
      <p:pic>
        <p:nvPicPr>
          <p:cNvPr id="10" name="Imagem 9" descr="Uma imagem com pessoa, Cara humana, texto, vestuário&#10;&#10;Os conteúdos gerados por IA podem estar incorretos.">
            <a:extLst>
              <a:ext uri="{FF2B5EF4-FFF2-40B4-BE49-F238E27FC236}">
                <a16:creationId xmlns:a16="http://schemas.microsoft.com/office/drawing/2014/main" id="{4A722275-F8C8-8E91-38C9-62D8DAD416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19" r="5380"/>
          <a:stretch>
            <a:fillRect/>
          </a:stretch>
        </p:blipFill>
        <p:spPr>
          <a:xfrm>
            <a:off x="5352349" y="1288399"/>
            <a:ext cx="3325601" cy="237620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Tinta 7">
                <a:extLst>
                  <a:ext uri="{FF2B5EF4-FFF2-40B4-BE49-F238E27FC236}">
                    <a16:creationId xmlns:a16="http://schemas.microsoft.com/office/drawing/2014/main" id="{7776BA5A-C371-8A50-BE0E-D96A41D25C8C}"/>
                  </a:ext>
                </a:extLst>
              </p14:cNvPr>
              <p14:cNvContentPartPr/>
              <p14:nvPr/>
            </p14:nvContentPartPr>
            <p14:xfrm>
              <a:off x="3376083" y="1788583"/>
              <a:ext cx="13648" cy="5291"/>
            </p14:xfrm>
          </p:contentPart>
        </mc:Choice>
        <mc:Fallback xmlns="">
          <p:pic>
            <p:nvPicPr>
              <p:cNvPr id="8" name="Tinta 7">
                <a:extLst>
                  <a:ext uri="{FF2B5EF4-FFF2-40B4-BE49-F238E27FC236}">
                    <a16:creationId xmlns:a16="http://schemas.microsoft.com/office/drawing/2014/main" id="{7776BA5A-C371-8A50-BE0E-D96A41D25C8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71773" y="1779513"/>
                <a:ext cx="22268" cy="2343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337857" y="233142"/>
            <a:ext cx="7029000" cy="82004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err="1">
                <a:latin typeface="Arial"/>
                <a:cs typeface="Arial"/>
              </a:rPr>
              <a:t>Requisitos</a:t>
            </a:r>
            <a:br>
              <a:rPr lang="en-US" sz="2800">
                <a:latin typeface="Arial"/>
                <a:cs typeface="Arial"/>
              </a:rPr>
            </a:br>
            <a:r>
              <a:rPr lang="pt-PT" sz="1200">
                <a:solidFill>
                  <a:schemeClr val="dk1"/>
                </a:solidFill>
                <a:latin typeface="Arial"/>
                <a:cs typeface="Arial"/>
              </a:rPr>
              <a:t>Projeto de Engenharia de Computadores e Informática</a:t>
            </a: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483347" y="1284647"/>
            <a:ext cx="3880497" cy="304729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1400">
                <a:solidFill>
                  <a:schemeClr val="dk1"/>
                </a:solidFill>
                <a:latin typeface="+mn-lt"/>
                <a:ea typeface="+mj-lt"/>
                <a:cs typeface="+mj-lt"/>
              </a:rPr>
              <a:t>Interface de </a:t>
            </a:r>
            <a:r>
              <a:rPr lang="en-US" sz="1400" err="1">
                <a:solidFill>
                  <a:schemeClr val="dk1"/>
                </a:solidFill>
                <a:latin typeface="+mn-lt"/>
                <a:ea typeface="+mj-lt"/>
                <a:cs typeface="+mj-lt"/>
              </a:rPr>
              <a:t>aprendizagem</a:t>
            </a:r>
            <a:r>
              <a:rPr lang="en-US" sz="1400">
                <a:solidFill>
                  <a:schemeClr val="dk1"/>
                </a:solidFill>
                <a:latin typeface="+mn-lt"/>
                <a:ea typeface="+mj-lt"/>
                <a:cs typeface="+mj-lt"/>
              </a:rPr>
              <a:t> </a:t>
            </a:r>
            <a:r>
              <a:rPr lang="en-US" sz="1400" err="1">
                <a:solidFill>
                  <a:schemeClr val="dk1"/>
                </a:solidFill>
                <a:latin typeface="+mn-lt"/>
                <a:ea typeface="+mj-lt"/>
                <a:cs typeface="+mj-lt"/>
              </a:rPr>
              <a:t>gamificada</a:t>
            </a:r>
            <a:r>
              <a:rPr lang="en-US" sz="1400">
                <a:solidFill>
                  <a:schemeClr val="dk1"/>
                </a:solidFill>
                <a:latin typeface="+mn-lt"/>
                <a:ea typeface="+mj-lt"/>
                <a:cs typeface="+mj-lt"/>
              </a:rPr>
              <a:t> </a:t>
            </a:r>
            <a:endParaRPr lang="pt-PT" sz="1400">
              <a:solidFill>
                <a:schemeClr val="dk1"/>
              </a:solidFill>
              <a:latin typeface="+mn-lt"/>
              <a:ea typeface="+mj-lt"/>
              <a:cs typeface="+mj-lt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400">
              <a:solidFill>
                <a:schemeClr val="dk1"/>
              </a:solidFill>
              <a:latin typeface="+mn-lt"/>
              <a:ea typeface="+mj-lt"/>
              <a:cs typeface="+mj-lt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1400">
                <a:solidFill>
                  <a:schemeClr val="dk1"/>
                </a:solidFill>
                <a:latin typeface="+mn-lt"/>
                <a:ea typeface="+mj-lt"/>
                <a:cs typeface="+mj-lt"/>
              </a:rPr>
              <a:t>Chatbot </a:t>
            </a:r>
            <a:r>
              <a:rPr lang="en-US" sz="1400" err="1">
                <a:solidFill>
                  <a:schemeClr val="dk1"/>
                </a:solidFill>
                <a:latin typeface="+mn-lt"/>
                <a:ea typeface="+mj-lt"/>
                <a:cs typeface="+mj-lt"/>
              </a:rPr>
              <a:t>baseado</a:t>
            </a:r>
            <a:r>
              <a:rPr lang="en-US" sz="1400">
                <a:solidFill>
                  <a:schemeClr val="dk1"/>
                </a:solidFill>
                <a:latin typeface="+mn-lt"/>
                <a:ea typeface="+mj-lt"/>
                <a:cs typeface="+mj-lt"/>
              </a:rPr>
              <a:t> </a:t>
            </a:r>
            <a:r>
              <a:rPr lang="en-US" sz="1400" err="1">
                <a:solidFill>
                  <a:schemeClr val="dk1"/>
                </a:solidFill>
                <a:latin typeface="+mn-lt"/>
                <a:ea typeface="+mj-lt"/>
                <a:cs typeface="+mj-lt"/>
              </a:rPr>
              <a:t>em</a:t>
            </a:r>
            <a:r>
              <a:rPr lang="en-US" sz="1400">
                <a:solidFill>
                  <a:schemeClr val="dk1"/>
                </a:solidFill>
                <a:latin typeface="+mn-lt"/>
                <a:ea typeface="+mj-lt"/>
                <a:cs typeface="+mj-lt"/>
              </a:rPr>
              <a:t> LLM para </a:t>
            </a:r>
            <a:r>
              <a:rPr lang="en-US" sz="1400" err="1">
                <a:solidFill>
                  <a:schemeClr val="dk1"/>
                </a:solidFill>
                <a:latin typeface="+mn-lt"/>
                <a:ea typeface="+mj-lt"/>
                <a:cs typeface="+mj-lt"/>
              </a:rPr>
              <a:t>esclarecimento</a:t>
            </a:r>
            <a:r>
              <a:rPr lang="en-US" sz="1400">
                <a:solidFill>
                  <a:schemeClr val="dk1"/>
                </a:solidFill>
                <a:latin typeface="+mn-lt"/>
                <a:ea typeface="+mj-lt"/>
                <a:cs typeface="+mj-lt"/>
              </a:rPr>
              <a:t> de </a:t>
            </a:r>
            <a:r>
              <a:rPr lang="en-US" sz="1400" err="1">
                <a:solidFill>
                  <a:schemeClr val="dk1"/>
                </a:solidFill>
                <a:latin typeface="+mn-lt"/>
                <a:ea typeface="+mj-lt"/>
                <a:cs typeface="+mj-lt"/>
              </a:rPr>
              <a:t>dúvidas</a:t>
            </a:r>
            <a:r>
              <a:rPr lang="en-US" sz="1400">
                <a:solidFill>
                  <a:schemeClr val="dk1"/>
                </a:solidFill>
                <a:latin typeface="+mn-lt"/>
                <a:ea typeface="+mj-lt"/>
                <a:cs typeface="+mj-lt"/>
              </a:rPr>
              <a:t>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400">
              <a:solidFill>
                <a:schemeClr val="dk1"/>
              </a:solidFill>
              <a:latin typeface="+mn-lt"/>
              <a:ea typeface="+mj-lt"/>
              <a:cs typeface="+mj-lt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1400" err="1">
                <a:solidFill>
                  <a:schemeClr val="dk1"/>
                </a:solidFill>
                <a:latin typeface="+mn-lt"/>
                <a:ea typeface="+mj-lt"/>
                <a:cs typeface="+mj-lt"/>
              </a:rPr>
              <a:t>Painel</a:t>
            </a:r>
            <a:r>
              <a:rPr lang="en-US" sz="1400">
                <a:solidFill>
                  <a:schemeClr val="dk1"/>
                </a:solidFill>
                <a:latin typeface="+mn-lt"/>
                <a:ea typeface="+mj-lt"/>
                <a:cs typeface="+mj-lt"/>
              </a:rPr>
              <a:t> de </a:t>
            </a:r>
            <a:r>
              <a:rPr lang="en-US" sz="1400" err="1">
                <a:solidFill>
                  <a:schemeClr val="dk1"/>
                </a:solidFill>
                <a:latin typeface="+mn-lt"/>
                <a:ea typeface="+mj-lt"/>
                <a:cs typeface="+mj-lt"/>
              </a:rPr>
              <a:t>estatísticas</a:t>
            </a:r>
            <a:r>
              <a:rPr lang="en-US" sz="1400">
                <a:solidFill>
                  <a:schemeClr val="dk1"/>
                </a:solidFill>
                <a:latin typeface="+mn-lt"/>
                <a:ea typeface="+mj-lt"/>
                <a:cs typeface="+mj-lt"/>
              </a:rPr>
              <a:t> para </a:t>
            </a:r>
            <a:r>
              <a:rPr lang="en-US" sz="1400" err="1">
                <a:solidFill>
                  <a:schemeClr val="dk1"/>
                </a:solidFill>
                <a:latin typeface="+mn-lt"/>
                <a:ea typeface="+mj-lt"/>
                <a:cs typeface="+mj-lt"/>
              </a:rPr>
              <a:t>acompanhamento</a:t>
            </a:r>
            <a:r>
              <a:rPr lang="en-US" sz="1400">
                <a:solidFill>
                  <a:schemeClr val="dk1"/>
                </a:solidFill>
                <a:latin typeface="+mn-lt"/>
                <a:ea typeface="+mj-lt"/>
                <a:cs typeface="+mj-lt"/>
              </a:rPr>
              <a:t> de </a:t>
            </a:r>
            <a:r>
              <a:rPr lang="en-US" sz="1400" err="1">
                <a:solidFill>
                  <a:schemeClr val="dk1"/>
                </a:solidFill>
                <a:latin typeface="+mn-lt"/>
                <a:ea typeface="+mj-lt"/>
                <a:cs typeface="+mj-lt"/>
              </a:rPr>
              <a:t>desempenho</a:t>
            </a:r>
            <a:endParaRPr lang="en-US" sz="1400">
              <a:solidFill>
                <a:schemeClr val="dk1"/>
              </a:solidFill>
              <a:latin typeface="+mn-lt"/>
              <a:ea typeface="+mj-lt"/>
              <a:cs typeface="+mj-lt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400">
              <a:solidFill>
                <a:schemeClr val="dk1"/>
              </a:solidFill>
              <a:ea typeface="+mj-lt"/>
              <a:cs typeface="+mj-lt"/>
            </a:endParaRP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CB594210-7150-C0A2-A2C6-6CC2671F87DB}"/>
              </a:ext>
            </a:extLst>
          </p:cNvPr>
          <p:cNvSpPr txBox="1">
            <a:spLocks/>
          </p:cNvSpPr>
          <p:nvPr/>
        </p:nvSpPr>
        <p:spPr>
          <a:xfrm>
            <a:off x="4571033" y="1178740"/>
            <a:ext cx="4171523" cy="323190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1450" indent="-1714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1400">
                <a:solidFill>
                  <a:schemeClr val="dk1"/>
                </a:solidFill>
                <a:latin typeface="+mn-lt"/>
                <a:ea typeface="+mj-lt"/>
                <a:cs typeface="+mj-lt"/>
              </a:rPr>
              <a:t>Interface </a:t>
            </a:r>
            <a:r>
              <a:rPr lang="en-US" sz="1400" err="1">
                <a:solidFill>
                  <a:schemeClr val="dk1"/>
                </a:solidFill>
                <a:latin typeface="+mn-lt"/>
                <a:ea typeface="+mj-lt"/>
                <a:cs typeface="+mj-lt"/>
              </a:rPr>
              <a:t>intuitiva</a:t>
            </a:r>
            <a:r>
              <a:rPr lang="en-US" sz="1400">
                <a:solidFill>
                  <a:schemeClr val="dk1"/>
                </a:solidFill>
                <a:latin typeface="+mn-lt"/>
                <a:ea typeface="+mj-lt"/>
                <a:cs typeface="+mj-lt"/>
              </a:rPr>
              <a:t> </a:t>
            </a:r>
            <a:r>
              <a:rPr lang="en-US" sz="1400" err="1">
                <a:solidFill>
                  <a:schemeClr val="dk1"/>
                </a:solidFill>
                <a:latin typeface="+mn-lt"/>
                <a:ea typeface="+mj-lt"/>
                <a:cs typeface="+mj-lt"/>
              </a:rPr>
              <a:t>adaptada</a:t>
            </a:r>
            <a:r>
              <a:rPr lang="en-US" sz="1400">
                <a:solidFill>
                  <a:schemeClr val="dk1"/>
                </a:solidFill>
                <a:latin typeface="+mn-lt"/>
                <a:ea typeface="+mj-lt"/>
                <a:cs typeface="+mj-lt"/>
              </a:rPr>
              <a:t> a </a:t>
            </a:r>
            <a:r>
              <a:rPr lang="en-US" sz="1400" err="1">
                <a:solidFill>
                  <a:schemeClr val="dk1"/>
                </a:solidFill>
                <a:latin typeface="+mn-lt"/>
                <a:ea typeface="+mj-lt"/>
                <a:cs typeface="+mj-lt"/>
              </a:rPr>
              <a:t>dispositivos</a:t>
            </a:r>
            <a:r>
              <a:rPr lang="en-US" sz="1400">
                <a:solidFill>
                  <a:schemeClr val="dk1"/>
                </a:solidFill>
                <a:latin typeface="+mn-lt"/>
                <a:ea typeface="+mj-lt"/>
                <a:cs typeface="+mj-lt"/>
              </a:rPr>
              <a:t> </a:t>
            </a:r>
            <a:r>
              <a:rPr lang="en-US" sz="1400" err="1">
                <a:solidFill>
                  <a:schemeClr val="dk1"/>
                </a:solidFill>
                <a:latin typeface="+mn-lt"/>
                <a:ea typeface="+mj-lt"/>
                <a:cs typeface="+mj-lt"/>
              </a:rPr>
              <a:t>móveis</a:t>
            </a:r>
            <a:endParaRPr lang="en-US" sz="1400">
              <a:solidFill>
                <a:schemeClr val="dk1"/>
              </a:solidFill>
              <a:latin typeface="+mn-lt"/>
              <a:ea typeface="+mj-lt"/>
              <a:cs typeface="+mj-lt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400">
              <a:solidFill>
                <a:schemeClr val="dk1"/>
              </a:solidFill>
              <a:latin typeface="+mn-lt"/>
              <a:ea typeface="+mj-lt"/>
              <a:cs typeface="+mj-lt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1400">
                <a:solidFill>
                  <a:schemeClr val="dk1"/>
                </a:solidFill>
                <a:latin typeface="+mn-lt"/>
                <a:ea typeface="+mj-lt"/>
                <a:cs typeface="+mj-lt"/>
              </a:rPr>
              <a:t>Tempo de </a:t>
            </a:r>
            <a:r>
              <a:rPr lang="en-US" sz="1400" err="1">
                <a:solidFill>
                  <a:schemeClr val="dk1"/>
                </a:solidFill>
                <a:latin typeface="+mn-lt"/>
                <a:ea typeface="+mj-lt"/>
                <a:cs typeface="+mj-lt"/>
              </a:rPr>
              <a:t>resposta</a:t>
            </a:r>
            <a:r>
              <a:rPr lang="en-US" sz="1400">
                <a:solidFill>
                  <a:schemeClr val="dk1"/>
                </a:solidFill>
                <a:latin typeface="+mn-lt"/>
                <a:ea typeface="+mj-lt"/>
                <a:cs typeface="+mj-lt"/>
              </a:rPr>
              <a:t> da IA </a:t>
            </a:r>
            <a:r>
              <a:rPr lang="en-US" sz="1400" err="1">
                <a:solidFill>
                  <a:schemeClr val="dk1"/>
                </a:solidFill>
                <a:latin typeface="+mn-lt"/>
                <a:ea typeface="+mj-lt"/>
                <a:cs typeface="+mj-lt"/>
              </a:rPr>
              <a:t>viável</a:t>
            </a:r>
            <a:endParaRPr lang="en-US" sz="1400">
              <a:solidFill>
                <a:schemeClr val="dk1"/>
              </a:solidFill>
              <a:latin typeface="+mn-lt"/>
              <a:ea typeface="+mj-lt"/>
              <a:cs typeface="+mj-lt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endParaRPr lang="en-US" sz="1400">
              <a:solidFill>
                <a:schemeClr val="dk1"/>
              </a:solidFill>
              <a:latin typeface="+mn-lt"/>
              <a:ea typeface="+mj-lt"/>
              <a:cs typeface="+mj-lt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1400">
                <a:solidFill>
                  <a:schemeClr val="dk1"/>
                </a:solidFill>
                <a:latin typeface="+mn-lt"/>
                <a:ea typeface="+mj-lt"/>
                <a:cs typeface="+mj-lt"/>
              </a:rPr>
              <a:t>Salvaguarda e </a:t>
            </a:r>
            <a:r>
              <a:rPr lang="en-US" sz="1400" err="1">
                <a:solidFill>
                  <a:schemeClr val="dk1"/>
                </a:solidFill>
                <a:latin typeface="+mn-lt"/>
                <a:ea typeface="+mj-lt"/>
                <a:cs typeface="+mj-lt"/>
              </a:rPr>
              <a:t>integridade</a:t>
            </a:r>
            <a:r>
              <a:rPr lang="en-US" sz="1400">
                <a:solidFill>
                  <a:schemeClr val="dk1"/>
                </a:solidFill>
                <a:latin typeface="+mn-lt"/>
                <a:ea typeface="+mj-lt"/>
                <a:cs typeface="+mj-lt"/>
              </a:rPr>
              <a:t> dos dados dos </a:t>
            </a:r>
            <a:r>
              <a:rPr lang="en-US" sz="1400" err="1">
                <a:solidFill>
                  <a:schemeClr val="dk1"/>
                </a:solidFill>
                <a:latin typeface="+mn-lt"/>
                <a:ea typeface="+mj-lt"/>
                <a:cs typeface="+mj-lt"/>
              </a:rPr>
              <a:t>utilizadores</a:t>
            </a:r>
            <a:endParaRPr lang="en-US" sz="1400">
              <a:solidFill>
                <a:schemeClr val="dk1"/>
              </a:solidFill>
              <a:latin typeface="+mn-lt"/>
              <a:ea typeface="+mj-lt"/>
              <a:cs typeface="+mj-lt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D3932E8-A10C-EF66-5818-CCEE89514847}"/>
              </a:ext>
            </a:extLst>
          </p:cNvPr>
          <p:cNvSpPr txBox="1"/>
          <p:nvPr/>
        </p:nvSpPr>
        <p:spPr>
          <a:xfrm>
            <a:off x="7434" y="4832784"/>
            <a:ext cx="27826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1400" b="1"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/>
          <p:cNvSpPr/>
          <p:nvPr/>
        </p:nvSpPr>
        <p:spPr>
          <a:xfrm>
            <a:off x="4323321" y="476280"/>
            <a:ext cx="4344039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>
                <a:solidFill>
                  <a:schemeClr val="dk1"/>
                </a:solidFill>
                <a:latin typeface="Arial"/>
                <a:cs typeface="Arial"/>
              </a:rPr>
              <a:t>Stakeholders</a:t>
            </a:r>
          </a:p>
          <a:p>
            <a:pPr>
              <a:tabLst>
                <a:tab pos="0" algn="l"/>
              </a:tabLst>
            </a:pPr>
            <a:r>
              <a:rPr lang="pt-PT" sz="1200">
                <a:solidFill>
                  <a:schemeClr val="dk1"/>
                </a:solidFill>
                <a:latin typeface="Arial"/>
                <a:cs typeface="Arial"/>
              </a:rPr>
              <a:t>Projeto de Engenharia de Computadores e Informática</a:t>
            </a:r>
            <a:endParaRPr lang="en-US" sz="1200">
              <a:solidFill>
                <a:schemeClr val="dk1"/>
              </a:solidFill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4323321" y="1430838"/>
            <a:ext cx="3719622" cy="275662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rmAutofit/>
          </a:bodyPr>
          <a:lstStyle/>
          <a:p>
            <a:pPr marL="171450" indent="-1714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1" err="1">
                <a:ea typeface="+mj-lt"/>
                <a:cs typeface="+mj-lt"/>
              </a:rPr>
              <a:t>Instituição</a:t>
            </a:r>
            <a:r>
              <a:rPr lang="en-US" sz="1400">
                <a:ea typeface="+mj-lt"/>
                <a:cs typeface="+mj-lt"/>
              </a:rPr>
              <a:t>: </a:t>
            </a:r>
            <a:r>
              <a:rPr lang="en-US" sz="1400" err="1">
                <a:ea typeface="+mj-lt"/>
                <a:cs typeface="+mj-lt"/>
              </a:rPr>
              <a:t>Universidade</a:t>
            </a:r>
            <a:r>
              <a:rPr lang="en-US" sz="1400">
                <a:ea typeface="+mj-lt"/>
                <a:cs typeface="+mj-lt"/>
              </a:rPr>
              <a:t> de Aveiro, PECI</a:t>
            </a:r>
          </a:p>
          <a:p>
            <a:pPr marL="171450" indent="-1714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400">
              <a:ea typeface="+mj-lt"/>
              <a:cs typeface="+mj-lt"/>
            </a:endParaRPr>
          </a:p>
          <a:p>
            <a:pPr marL="171450" indent="-1714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1" err="1">
                <a:ea typeface="+mj-lt"/>
                <a:cs typeface="+mj-lt"/>
              </a:rPr>
              <a:t>Execução</a:t>
            </a:r>
            <a:r>
              <a:rPr lang="en-US" sz="1400">
                <a:ea typeface="+mj-lt"/>
                <a:cs typeface="+mj-lt"/>
              </a:rPr>
              <a:t>: </a:t>
            </a:r>
            <a:r>
              <a:rPr lang="en-US" sz="1400" err="1">
                <a:ea typeface="+mj-lt"/>
                <a:cs typeface="+mj-lt"/>
              </a:rPr>
              <a:t>Equipa</a:t>
            </a:r>
            <a:r>
              <a:rPr lang="en-US" sz="1400">
                <a:ea typeface="+mj-lt"/>
                <a:cs typeface="+mj-lt"/>
              </a:rPr>
              <a:t> de </a:t>
            </a:r>
            <a:r>
              <a:rPr lang="en-US" sz="1400" err="1">
                <a:ea typeface="+mj-lt"/>
                <a:cs typeface="+mj-lt"/>
              </a:rPr>
              <a:t>Desenvolvimento</a:t>
            </a:r>
            <a:endParaRPr lang="en-US" sz="1400">
              <a:ea typeface="+mj-lt"/>
              <a:cs typeface="+mj-lt"/>
            </a:endParaRPr>
          </a:p>
          <a:p>
            <a:pPr marL="171450" indent="-1714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400">
              <a:ea typeface="+mj-lt"/>
              <a:cs typeface="+mj-lt"/>
            </a:endParaRPr>
          </a:p>
          <a:p>
            <a:pPr marL="171450" indent="-1714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1" err="1">
                <a:ea typeface="+mj-lt"/>
                <a:cs typeface="+mj-lt"/>
              </a:rPr>
              <a:t>Orientação</a:t>
            </a:r>
            <a:r>
              <a:rPr lang="en-US" sz="1400">
                <a:ea typeface="+mj-lt"/>
                <a:cs typeface="+mj-lt"/>
              </a:rPr>
              <a:t>: </a:t>
            </a:r>
            <a:r>
              <a:rPr lang="en-US" sz="1400" err="1">
                <a:ea typeface="+mj-lt"/>
                <a:cs typeface="+mj-lt"/>
              </a:rPr>
              <a:t>Professores</a:t>
            </a:r>
            <a:r>
              <a:rPr lang="en-US" sz="140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Orientadores</a:t>
            </a:r>
            <a:endParaRPr lang="en-US" sz="1400">
              <a:ea typeface="+mj-lt"/>
              <a:cs typeface="+mj-lt"/>
            </a:endParaRPr>
          </a:p>
          <a:p>
            <a:pPr marL="171450" indent="-1714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400">
              <a:ea typeface="+mj-lt"/>
              <a:cs typeface="+mj-lt"/>
            </a:endParaRPr>
          </a:p>
          <a:p>
            <a:pPr marL="171450" indent="-1714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1" err="1">
                <a:ea typeface="+mj-lt"/>
                <a:cs typeface="+mj-lt"/>
              </a:rPr>
              <a:t>Utilizadores</a:t>
            </a:r>
            <a:r>
              <a:rPr lang="en-US" sz="1400">
                <a:ea typeface="+mj-lt"/>
                <a:cs typeface="+mj-lt"/>
              </a:rPr>
              <a:t>: </a:t>
            </a:r>
            <a:r>
              <a:rPr lang="en-US" sz="1400" err="1">
                <a:ea typeface="+mj-lt"/>
                <a:cs typeface="+mj-lt"/>
              </a:rPr>
              <a:t>Alunos</a:t>
            </a:r>
            <a:r>
              <a:rPr lang="en-US" sz="1400">
                <a:ea typeface="+mj-lt"/>
                <a:cs typeface="+mj-lt"/>
              </a:rPr>
              <a:t> e </a:t>
            </a:r>
            <a:r>
              <a:rPr lang="en-US" sz="1400" err="1">
                <a:ea typeface="+mj-lt"/>
                <a:cs typeface="+mj-lt"/>
              </a:rPr>
              <a:t>Professores</a:t>
            </a:r>
            <a:endParaRPr lang="en-US" sz="1400">
              <a:ea typeface="+mj-lt"/>
              <a:cs typeface="+mj-lt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26A62E5-04B5-A80F-3045-4A2CD5D3F7C7}"/>
              </a:ext>
            </a:extLst>
          </p:cNvPr>
          <p:cNvSpPr txBox="1"/>
          <p:nvPr/>
        </p:nvSpPr>
        <p:spPr>
          <a:xfrm>
            <a:off x="-2844" y="4835723"/>
            <a:ext cx="27826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1400" b="1">
                <a:cs typeface="Arial"/>
              </a:rPr>
              <a:t>6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BD88EA6-8CD1-5666-36FB-4FAE36C472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51" r="15946"/>
          <a:stretch>
            <a:fillRect/>
          </a:stretch>
        </p:blipFill>
        <p:spPr>
          <a:xfrm>
            <a:off x="313297" y="1025739"/>
            <a:ext cx="3822285" cy="30920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D55F9F1A-A306-19BC-5F36-BFA87F02B250}"/>
                  </a:ext>
                </a:extLst>
              </p14:cNvPr>
              <p14:cNvContentPartPr/>
              <p14:nvPr/>
            </p14:nvContentPartPr>
            <p14:xfrm>
              <a:off x="7641166" y="1613958"/>
              <a:ext cx="5291" cy="5291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D55F9F1A-A306-19BC-5F36-BFA87F02B2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77674" y="1550466"/>
                <a:ext cx="132275" cy="1322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8347E4B8-41C8-F4CE-65D9-0261CE3CAF43}"/>
                  </a:ext>
                </a:extLst>
              </p14:cNvPr>
              <p14:cNvContentPartPr/>
              <p14:nvPr/>
            </p14:nvContentPartPr>
            <p14:xfrm>
              <a:off x="7619999" y="1661583"/>
              <a:ext cx="5291" cy="5291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8347E4B8-41C8-F4CE-65D9-0261CE3CAF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56507" y="1598091"/>
                <a:ext cx="132275" cy="1322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Tinta 9">
                <a:extLst>
                  <a:ext uri="{FF2B5EF4-FFF2-40B4-BE49-F238E27FC236}">
                    <a16:creationId xmlns:a16="http://schemas.microsoft.com/office/drawing/2014/main" id="{024AED5E-3631-9C9A-E8D9-E024882EAC10}"/>
                  </a:ext>
                </a:extLst>
              </p14:cNvPr>
              <p14:cNvContentPartPr/>
              <p14:nvPr/>
            </p14:nvContentPartPr>
            <p14:xfrm>
              <a:off x="7697278" y="1603374"/>
              <a:ext cx="5291" cy="5291"/>
            </p14:xfrm>
          </p:contentPart>
        </mc:Choice>
        <mc:Fallback xmlns="">
          <p:pic>
            <p:nvPicPr>
              <p:cNvPr id="10" name="Tinta 9">
                <a:extLst>
                  <a:ext uri="{FF2B5EF4-FFF2-40B4-BE49-F238E27FC236}">
                    <a16:creationId xmlns:a16="http://schemas.microsoft.com/office/drawing/2014/main" id="{024AED5E-3631-9C9A-E8D9-E024882EAC1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88208" y="1539882"/>
                <a:ext cx="23432" cy="1322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Tinta 10">
                <a:extLst>
                  <a:ext uri="{FF2B5EF4-FFF2-40B4-BE49-F238E27FC236}">
                    <a16:creationId xmlns:a16="http://schemas.microsoft.com/office/drawing/2014/main" id="{AFA8E622-4F92-8ED9-8EE1-C854BE854F2E}"/>
                  </a:ext>
                </a:extLst>
              </p14:cNvPr>
              <p14:cNvContentPartPr/>
              <p14:nvPr/>
            </p14:nvContentPartPr>
            <p14:xfrm>
              <a:off x="7678166" y="1603374"/>
              <a:ext cx="5333" cy="5291"/>
            </p14:xfrm>
          </p:contentPart>
        </mc:Choice>
        <mc:Fallback xmlns="">
          <p:pic>
            <p:nvPicPr>
              <p:cNvPr id="11" name="Tinta 10">
                <a:extLst>
                  <a:ext uri="{FF2B5EF4-FFF2-40B4-BE49-F238E27FC236}">
                    <a16:creationId xmlns:a16="http://schemas.microsoft.com/office/drawing/2014/main" id="{AFA8E622-4F92-8ED9-8EE1-C854BE854F2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674166" y="1539882"/>
                <a:ext cx="13333" cy="1322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4" name="Tinta 23">
                <a:extLst>
                  <a:ext uri="{FF2B5EF4-FFF2-40B4-BE49-F238E27FC236}">
                    <a16:creationId xmlns:a16="http://schemas.microsoft.com/office/drawing/2014/main" id="{970F7259-CD9C-92DB-6616-8C400F985779}"/>
                  </a:ext>
                </a:extLst>
              </p14:cNvPr>
              <p14:cNvContentPartPr/>
              <p14:nvPr/>
            </p14:nvContentPartPr>
            <p14:xfrm>
              <a:off x="2323041" y="1947333"/>
              <a:ext cx="5291" cy="5291"/>
            </p14:xfrm>
          </p:contentPart>
        </mc:Choice>
        <mc:Fallback xmlns="">
          <p:pic>
            <p:nvPicPr>
              <p:cNvPr id="24" name="Tinta 23">
                <a:extLst>
                  <a:ext uri="{FF2B5EF4-FFF2-40B4-BE49-F238E27FC236}">
                    <a16:creationId xmlns:a16="http://schemas.microsoft.com/office/drawing/2014/main" id="{970F7259-CD9C-92DB-6616-8C400F98577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59549" y="1883841"/>
                <a:ext cx="132275" cy="1322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5" name="Tinta 24">
                <a:extLst>
                  <a:ext uri="{FF2B5EF4-FFF2-40B4-BE49-F238E27FC236}">
                    <a16:creationId xmlns:a16="http://schemas.microsoft.com/office/drawing/2014/main" id="{B3114874-E4B3-4BB8-8179-E8C0AA4D64C1}"/>
                  </a:ext>
                </a:extLst>
              </p14:cNvPr>
              <p14:cNvContentPartPr/>
              <p14:nvPr/>
            </p14:nvContentPartPr>
            <p14:xfrm>
              <a:off x="2338916" y="1936749"/>
              <a:ext cx="5291" cy="5291"/>
            </p14:xfrm>
          </p:contentPart>
        </mc:Choice>
        <mc:Fallback xmlns="">
          <p:pic>
            <p:nvPicPr>
              <p:cNvPr id="25" name="Tinta 24">
                <a:extLst>
                  <a:ext uri="{FF2B5EF4-FFF2-40B4-BE49-F238E27FC236}">
                    <a16:creationId xmlns:a16="http://schemas.microsoft.com/office/drawing/2014/main" id="{B3114874-E4B3-4BB8-8179-E8C0AA4D64C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75424" y="1873257"/>
                <a:ext cx="132275" cy="1322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6" name="Tinta 25">
                <a:extLst>
                  <a:ext uri="{FF2B5EF4-FFF2-40B4-BE49-F238E27FC236}">
                    <a16:creationId xmlns:a16="http://schemas.microsoft.com/office/drawing/2014/main" id="{B01905BA-F274-E771-7646-16B2379DA0AC}"/>
                  </a:ext>
                </a:extLst>
              </p14:cNvPr>
              <p14:cNvContentPartPr/>
              <p14:nvPr/>
            </p14:nvContentPartPr>
            <p14:xfrm>
              <a:off x="5487458" y="682624"/>
              <a:ext cx="5291" cy="5291"/>
            </p14:xfrm>
          </p:contentPart>
        </mc:Choice>
        <mc:Fallback xmlns="">
          <p:pic>
            <p:nvPicPr>
              <p:cNvPr id="26" name="Tinta 25">
                <a:extLst>
                  <a:ext uri="{FF2B5EF4-FFF2-40B4-BE49-F238E27FC236}">
                    <a16:creationId xmlns:a16="http://schemas.microsoft.com/office/drawing/2014/main" id="{B01905BA-F274-E771-7646-16B2379DA0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23966" y="619132"/>
                <a:ext cx="132275" cy="1322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5" name="Tinta 34">
                <a:extLst>
                  <a:ext uri="{FF2B5EF4-FFF2-40B4-BE49-F238E27FC236}">
                    <a16:creationId xmlns:a16="http://schemas.microsoft.com/office/drawing/2014/main" id="{B7A3931C-A13C-599D-B77E-EC380BE93E54}"/>
                  </a:ext>
                </a:extLst>
              </p14:cNvPr>
              <p14:cNvContentPartPr/>
              <p14:nvPr/>
            </p14:nvContentPartPr>
            <p14:xfrm>
              <a:off x="6312958" y="1682749"/>
              <a:ext cx="5291" cy="5291"/>
            </p14:xfrm>
          </p:contentPart>
        </mc:Choice>
        <mc:Fallback xmlns="">
          <p:pic>
            <p:nvPicPr>
              <p:cNvPr id="35" name="Tinta 34">
                <a:extLst>
                  <a:ext uri="{FF2B5EF4-FFF2-40B4-BE49-F238E27FC236}">
                    <a16:creationId xmlns:a16="http://schemas.microsoft.com/office/drawing/2014/main" id="{B7A3931C-A13C-599D-B77E-EC380BE93E5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49466" y="1619257"/>
                <a:ext cx="132275" cy="1322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7" name="Tinta 36">
                <a:extLst>
                  <a:ext uri="{FF2B5EF4-FFF2-40B4-BE49-F238E27FC236}">
                    <a16:creationId xmlns:a16="http://schemas.microsoft.com/office/drawing/2014/main" id="{502C11A0-5B8D-D6E8-4BEC-B9FB6CFB9820}"/>
                  </a:ext>
                </a:extLst>
              </p14:cNvPr>
              <p14:cNvContentPartPr/>
              <p14:nvPr/>
            </p14:nvContentPartPr>
            <p14:xfrm>
              <a:off x="3074458" y="2338916"/>
              <a:ext cx="5291" cy="5291"/>
            </p14:xfrm>
          </p:contentPart>
        </mc:Choice>
        <mc:Fallback xmlns="">
          <p:pic>
            <p:nvPicPr>
              <p:cNvPr id="37" name="Tinta 36">
                <a:extLst>
                  <a:ext uri="{FF2B5EF4-FFF2-40B4-BE49-F238E27FC236}">
                    <a16:creationId xmlns:a16="http://schemas.microsoft.com/office/drawing/2014/main" id="{502C11A0-5B8D-D6E8-4BEC-B9FB6CFB98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10966" y="2275424"/>
                <a:ext cx="132275" cy="1322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1" name="Tinta 40">
                <a:extLst>
                  <a:ext uri="{FF2B5EF4-FFF2-40B4-BE49-F238E27FC236}">
                    <a16:creationId xmlns:a16="http://schemas.microsoft.com/office/drawing/2014/main" id="{03FAF98C-D027-05F5-765A-0CF8173C0D00}"/>
                  </a:ext>
                </a:extLst>
              </p14:cNvPr>
              <p14:cNvContentPartPr/>
              <p14:nvPr/>
            </p14:nvContentPartPr>
            <p14:xfrm>
              <a:off x="5752041" y="1640416"/>
              <a:ext cx="5291" cy="5291"/>
            </p14:xfrm>
          </p:contentPart>
        </mc:Choice>
        <mc:Fallback xmlns="">
          <p:pic>
            <p:nvPicPr>
              <p:cNvPr id="41" name="Tinta 40">
                <a:extLst>
                  <a:ext uri="{FF2B5EF4-FFF2-40B4-BE49-F238E27FC236}">
                    <a16:creationId xmlns:a16="http://schemas.microsoft.com/office/drawing/2014/main" id="{03FAF98C-D027-05F5-765A-0CF8173C0D0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88549" y="1576924"/>
                <a:ext cx="132275" cy="1322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2" name="Tinta 41">
                <a:extLst>
                  <a:ext uri="{FF2B5EF4-FFF2-40B4-BE49-F238E27FC236}">
                    <a16:creationId xmlns:a16="http://schemas.microsoft.com/office/drawing/2014/main" id="{6B1B3F21-EC0D-27B8-8687-BA739311CC90}"/>
                  </a:ext>
                </a:extLst>
              </p14:cNvPr>
              <p14:cNvContentPartPr/>
              <p14:nvPr/>
            </p14:nvContentPartPr>
            <p14:xfrm>
              <a:off x="5752041" y="1640416"/>
              <a:ext cx="5291" cy="5291"/>
            </p14:xfrm>
          </p:contentPart>
        </mc:Choice>
        <mc:Fallback xmlns="">
          <p:pic>
            <p:nvPicPr>
              <p:cNvPr id="42" name="Tinta 41">
                <a:extLst>
                  <a:ext uri="{FF2B5EF4-FFF2-40B4-BE49-F238E27FC236}">
                    <a16:creationId xmlns:a16="http://schemas.microsoft.com/office/drawing/2014/main" id="{6B1B3F21-EC0D-27B8-8687-BA739311CC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88549" y="1576924"/>
                <a:ext cx="132275" cy="1322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3" name="Tinta 42">
                <a:extLst>
                  <a:ext uri="{FF2B5EF4-FFF2-40B4-BE49-F238E27FC236}">
                    <a16:creationId xmlns:a16="http://schemas.microsoft.com/office/drawing/2014/main" id="{22B5ACFA-A541-A189-42B4-C4A09176CCCD}"/>
                  </a:ext>
                </a:extLst>
              </p14:cNvPr>
              <p14:cNvContentPartPr/>
              <p14:nvPr/>
            </p14:nvContentPartPr>
            <p14:xfrm>
              <a:off x="5752041" y="1640416"/>
              <a:ext cx="5291" cy="5291"/>
            </p14:xfrm>
          </p:contentPart>
        </mc:Choice>
        <mc:Fallback xmlns="">
          <p:pic>
            <p:nvPicPr>
              <p:cNvPr id="43" name="Tinta 42">
                <a:extLst>
                  <a:ext uri="{FF2B5EF4-FFF2-40B4-BE49-F238E27FC236}">
                    <a16:creationId xmlns:a16="http://schemas.microsoft.com/office/drawing/2014/main" id="{22B5ACFA-A541-A189-42B4-C4A09176CCC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88549" y="1576924"/>
                <a:ext cx="132275" cy="132275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15BEA-A100-0EC3-7AED-B25C1AE92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>
            <a:extLst>
              <a:ext uri="{FF2B5EF4-FFF2-40B4-BE49-F238E27FC236}">
                <a16:creationId xmlns:a16="http://schemas.microsoft.com/office/drawing/2014/main" id="{7C678B3F-9E6D-F86E-1CE0-4288B764E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386" y="266760"/>
            <a:ext cx="5439952" cy="101313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>
                <a:solidFill>
                  <a:schemeClr val="dk1"/>
                </a:solidFill>
                <a:latin typeface="Arial"/>
                <a:cs typeface="Arial"/>
              </a:rPr>
              <a:t>Caso de Uso : </a:t>
            </a:r>
            <a:r>
              <a:rPr lang="en-US" sz="2800" err="1">
                <a:solidFill>
                  <a:schemeClr val="dk1"/>
                </a:solidFill>
                <a:latin typeface="Arial"/>
                <a:cs typeface="Arial"/>
              </a:rPr>
              <a:t>Aluno</a:t>
            </a:r>
            <a:br>
              <a:rPr lang="en-US" sz="2800">
                <a:latin typeface="Arial"/>
                <a:cs typeface="Arial"/>
              </a:rPr>
            </a:br>
            <a:r>
              <a:rPr lang="pt-PT" sz="1200">
                <a:solidFill>
                  <a:schemeClr val="dk1"/>
                </a:solidFill>
                <a:latin typeface="Arial"/>
                <a:cs typeface="Arial"/>
              </a:rPr>
              <a:t>Projeto de Engenharia de Computadores e Informática</a:t>
            </a:r>
            <a:endParaRPr lang="pt-PT" sz="1200" err="1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F668B08-504F-6979-C8E8-E50B5F1C95ED}"/>
              </a:ext>
            </a:extLst>
          </p:cNvPr>
          <p:cNvSpPr txBox="1"/>
          <p:nvPr/>
        </p:nvSpPr>
        <p:spPr>
          <a:xfrm>
            <a:off x="0" y="4832784"/>
            <a:ext cx="27826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1400" b="1">
                <a:cs typeface="Arial"/>
              </a:rPr>
              <a:t>7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F7F5A92-6279-4A40-593D-F764DB375431}"/>
              </a:ext>
            </a:extLst>
          </p:cNvPr>
          <p:cNvSpPr txBox="1"/>
          <p:nvPr/>
        </p:nvSpPr>
        <p:spPr>
          <a:xfrm>
            <a:off x="280868" y="1610984"/>
            <a:ext cx="4292789" cy="2523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PT" sz="1600">
                <a:ea typeface="+mn-lt"/>
                <a:cs typeface="+mn-lt"/>
              </a:rPr>
              <a:t>Consultar </a:t>
            </a:r>
            <a:r>
              <a:rPr lang="pt-PT" sz="1600" err="1">
                <a:ea typeface="+mn-lt"/>
                <a:cs typeface="+mn-lt"/>
              </a:rPr>
              <a:t>Unidadades</a:t>
            </a:r>
            <a:r>
              <a:rPr lang="pt-PT" sz="1600">
                <a:ea typeface="+mn-lt"/>
                <a:cs typeface="+mn-lt"/>
              </a:rPr>
              <a:t> Curriculares</a:t>
            </a:r>
          </a:p>
          <a:p>
            <a:endParaRPr lang="pt-PT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pt-PT" sz="1600">
                <a:cs typeface="Arial"/>
              </a:rPr>
              <a:t>Responder a perguntas geradas pela LLM</a:t>
            </a:r>
          </a:p>
          <a:p>
            <a:endParaRPr lang="pt-PT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pt-PT" sz="1600">
                <a:cs typeface="Arial"/>
              </a:rPr>
              <a:t>Esclarecimento de dúvidas com </a:t>
            </a:r>
            <a:r>
              <a:rPr lang="pt-PT" sz="1600" err="1">
                <a:cs typeface="Arial"/>
              </a:rPr>
              <a:t>chatbot</a:t>
            </a:r>
            <a:endParaRPr lang="pt-PT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pt-PT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pt-PT" sz="1600">
                <a:cs typeface="Arial"/>
              </a:rPr>
              <a:t>Realizar exercícios offline</a:t>
            </a:r>
          </a:p>
          <a:p>
            <a:endParaRPr lang="pt-PT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pt-PT" sz="1600">
                <a:cs typeface="Arial"/>
              </a:rPr>
              <a:t>Consultar estatísticas</a:t>
            </a:r>
          </a:p>
          <a:p>
            <a:endParaRPr lang="pt-PT" sz="1400">
              <a:latin typeface="Arial"/>
              <a:cs typeface="Arial"/>
            </a:endParaRPr>
          </a:p>
        </p:txBody>
      </p:sp>
      <p:pic>
        <p:nvPicPr>
          <p:cNvPr id="3" name="Imagem 2" descr="Asian students it: 1,1 milhão imagens, fotos e ilustrações stock livres de  direitos | Shutterstock">
            <a:extLst>
              <a:ext uri="{FF2B5EF4-FFF2-40B4-BE49-F238E27FC236}">
                <a16:creationId xmlns:a16="http://schemas.microsoft.com/office/drawing/2014/main" id="{6380CA6F-9C47-E775-A3B9-281D5CBCA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366" y="1556891"/>
            <a:ext cx="3939268" cy="26261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506813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D035F5E-07CA-B5BA-3C9F-8781403B38E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230829" y="1647583"/>
            <a:ext cx="4591524" cy="2180004"/>
          </a:xfrm>
        </p:spPr>
        <p:txBody>
          <a:bodyPr lIns="91440" tIns="91440" rIns="91440" bIns="9144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pt-PT" sz="1600">
                <a:latin typeface="+mn-lt"/>
                <a:cs typeface="Arial"/>
              </a:rPr>
              <a:t>Adicionar/Atualizar ficheiros sobre uma determinada UC</a:t>
            </a:r>
          </a:p>
          <a:p>
            <a:endParaRPr lang="pt-PT" sz="1600">
              <a:latin typeface="+mn-lt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pt-PT" sz="1600">
                <a:latin typeface="+mn-lt"/>
                <a:cs typeface="Arial"/>
              </a:rPr>
              <a:t>Criar/Gerir turma</a:t>
            </a:r>
          </a:p>
          <a:p>
            <a:endParaRPr lang="pt-PT" sz="1600">
              <a:latin typeface="+mn-lt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pt-PT" sz="1600">
                <a:latin typeface="+mn-lt"/>
                <a:cs typeface="Arial"/>
              </a:rPr>
              <a:t>Criar </a:t>
            </a:r>
            <a:r>
              <a:rPr lang="pt-PT" sz="1600" err="1">
                <a:latin typeface="+mn-lt"/>
                <a:cs typeface="Arial"/>
              </a:rPr>
              <a:t>quizzes</a:t>
            </a:r>
            <a:r>
              <a:rPr lang="pt-PT" sz="1600">
                <a:latin typeface="+mn-lt"/>
                <a:cs typeface="Arial"/>
              </a:rPr>
              <a:t> para a turma através da LLM</a:t>
            </a:r>
          </a:p>
          <a:p>
            <a:endParaRPr lang="pt-PT" sz="1600">
              <a:latin typeface="+mn-lt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pt-PT" sz="1600">
                <a:latin typeface="+mn-lt"/>
                <a:cs typeface="Arial"/>
              </a:rPr>
              <a:t>Visualizar estatísticas da turma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78019C-FC0B-1450-3722-FED18D1E8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12667"/>
            <a:ext cx="7028280" cy="968250"/>
          </a:xfrm>
        </p:spPr>
        <p:txBody>
          <a:bodyPr/>
          <a:lstStyle/>
          <a:p>
            <a:r>
              <a:rPr lang="pt-PT" sz="2800">
                <a:cs typeface="Arial"/>
              </a:rPr>
              <a:t>Caso de Uso : Professor</a:t>
            </a:r>
            <a:br>
              <a:rPr lang="pt-PT" sz="800">
                <a:cs typeface="Arial"/>
              </a:rPr>
            </a:br>
            <a:r>
              <a:rPr lang="pt-PT" sz="1200">
                <a:solidFill>
                  <a:schemeClr val="dk1"/>
                </a:solidFill>
                <a:cs typeface="Arial"/>
              </a:rPr>
              <a:t>Projeto de Engenharia de Computadores e Informática</a:t>
            </a:r>
          </a:p>
        </p:txBody>
      </p:sp>
      <p:pic>
        <p:nvPicPr>
          <p:cNvPr id="4" name="Imagem 3" descr="Study Education &amp; Teaching at university: All you need to know | Study.eu">
            <a:extLst>
              <a:ext uri="{FF2B5EF4-FFF2-40B4-BE49-F238E27FC236}">
                <a16:creationId xmlns:a16="http://schemas.microsoft.com/office/drawing/2014/main" id="{B2D49C87-D57D-3A16-233D-33279382B0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796" t="141" r="12695" b="-141"/>
          <a:stretch>
            <a:fillRect/>
          </a:stretch>
        </p:blipFill>
        <p:spPr>
          <a:xfrm>
            <a:off x="5311935" y="1645361"/>
            <a:ext cx="3470167" cy="21763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3C05D54-C236-9628-F06D-D2423A029E86}"/>
              </a:ext>
            </a:extLst>
          </p:cNvPr>
          <p:cNvSpPr txBox="1"/>
          <p:nvPr/>
        </p:nvSpPr>
        <p:spPr>
          <a:xfrm>
            <a:off x="0" y="4832784"/>
            <a:ext cx="27826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1400" b="1"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252016075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3D96D3B-BC53-055E-5318-B60ACB0F0E3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278215" y="1447765"/>
            <a:ext cx="3435372" cy="2741116"/>
          </a:xfrm>
        </p:spPr>
        <p:txBody>
          <a:bodyPr>
            <a:normAutofit/>
          </a:bodyPr>
          <a:lstStyle/>
          <a:p>
            <a:endParaRPr lang="pt-PT" sz="1600">
              <a:latin typeface="+mn-lt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pt-PT" sz="1600">
                <a:latin typeface="+mn-lt"/>
                <a:cs typeface="Arial"/>
              </a:rPr>
              <a:t>Gerir permissões </a:t>
            </a:r>
          </a:p>
          <a:p>
            <a:pPr marL="285750" indent="-285750">
              <a:buFont typeface="Arial"/>
              <a:buChar char="•"/>
            </a:pPr>
            <a:endParaRPr lang="pt-PT" sz="1600">
              <a:latin typeface="+mn-lt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pt-PT" sz="1600">
                <a:latin typeface="+mn-lt"/>
                <a:cs typeface="Arial"/>
              </a:rPr>
              <a:t>Gestão de utilizadores</a:t>
            </a:r>
          </a:p>
          <a:p>
            <a:endParaRPr lang="pt-PT" sz="1600">
              <a:latin typeface="+mn-lt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pt-PT" sz="1600">
                <a:latin typeface="+mn-lt"/>
                <a:cs typeface="Arial"/>
              </a:rPr>
              <a:t>Atualizações do sistema</a:t>
            </a:r>
          </a:p>
          <a:p>
            <a:pPr marL="285750" indent="-285750">
              <a:buFont typeface="Arial"/>
              <a:buChar char="•"/>
            </a:pPr>
            <a:endParaRPr lang="pt-PT" sz="1600">
              <a:latin typeface="+mn-lt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pt-PT" sz="1600">
                <a:latin typeface="+mn-lt"/>
                <a:ea typeface="+mj-lt"/>
                <a:cs typeface="+mj-lt"/>
              </a:rPr>
              <a:t>Auditoria de segurança</a:t>
            </a:r>
            <a:endParaRPr lang="pt-PT" sz="1600">
              <a:latin typeface="+mn-lt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pt-PT" sz="1600">
              <a:latin typeface="+mn-lt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pt-PT" sz="1600">
                <a:latin typeface="+mn-lt"/>
                <a:ea typeface="+mj-lt"/>
                <a:cs typeface="+mj-lt"/>
              </a:rPr>
              <a:t>Monitorização do sistema</a:t>
            </a:r>
            <a:endParaRPr lang="pt-PT" sz="1600">
              <a:latin typeface="+mn-lt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pt-PT" sz="1800">
              <a:cs typeface="Arial"/>
            </a:endParaRPr>
          </a:p>
          <a:p>
            <a:endParaRPr lang="pt-PT" sz="1400">
              <a:cs typeface="Arial"/>
            </a:endParaRPr>
          </a:p>
          <a:p>
            <a:endParaRPr lang="pt-PT" sz="1400">
              <a:cs typeface="Arial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5FA68A3-89F8-DEFB-A9CF-C0FADAA4B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63880"/>
            <a:ext cx="8224858" cy="666785"/>
          </a:xfrm>
        </p:spPr>
        <p:txBody>
          <a:bodyPr/>
          <a:lstStyle/>
          <a:p>
            <a:r>
              <a:rPr lang="pt-PT" sz="2800">
                <a:cs typeface="Arial"/>
              </a:rPr>
              <a:t>Caso de Uso: Administrador do Sistema</a:t>
            </a:r>
            <a:br>
              <a:rPr lang="pt-PT">
                <a:cs typeface="Arial"/>
              </a:rPr>
            </a:br>
            <a:r>
              <a:rPr lang="pt-PT" sz="1200">
                <a:solidFill>
                  <a:schemeClr val="dk1"/>
                </a:solidFill>
                <a:cs typeface="Arial"/>
              </a:rPr>
              <a:t>Projeto de Engenharia de Computadores e Informática</a:t>
            </a:r>
            <a:endParaRPr lang="pt-PT" sz="1200">
              <a:solidFill>
                <a:schemeClr val="dk1"/>
              </a:solidFill>
            </a:endParaRPr>
          </a:p>
        </p:txBody>
      </p:sp>
      <p:pic>
        <p:nvPicPr>
          <p:cNvPr id="4" name="Imagem 3" descr="What Do IT System Administrators Do? | Eastern College">
            <a:extLst>
              <a:ext uri="{FF2B5EF4-FFF2-40B4-BE49-F238E27FC236}">
                <a16:creationId xmlns:a16="http://schemas.microsoft.com/office/drawing/2014/main" id="{126151A9-37F0-A333-D8A3-9E726A106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632" y="1448112"/>
            <a:ext cx="4457500" cy="25846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2D436C6-70D1-4B7F-A519-FCA927B14DF3}"/>
              </a:ext>
            </a:extLst>
          </p:cNvPr>
          <p:cNvSpPr txBox="1"/>
          <p:nvPr/>
        </p:nvSpPr>
        <p:spPr>
          <a:xfrm>
            <a:off x="0" y="4832784"/>
            <a:ext cx="27826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1400" b="1"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58156875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98288-50C5-8C25-CDCF-29CE25FB9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>
            <a:extLst>
              <a:ext uri="{FF2B5EF4-FFF2-40B4-BE49-F238E27FC236}">
                <a16:creationId xmlns:a16="http://schemas.microsoft.com/office/drawing/2014/main" id="{E76F7A43-4902-738F-3428-4F336D5C0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66760"/>
            <a:ext cx="7029000" cy="1647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err="1">
                <a:solidFill>
                  <a:schemeClr val="dk1"/>
                </a:solidFill>
                <a:latin typeface="Arial"/>
                <a:cs typeface="Arial"/>
              </a:rPr>
              <a:t>Planeamento</a:t>
            </a:r>
            <a:br>
              <a:rPr lang="en-US" sz="2800">
                <a:solidFill>
                  <a:schemeClr val="dk1"/>
                </a:solidFill>
                <a:latin typeface="Arial"/>
                <a:cs typeface="Arial"/>
              </a:rPr>
            </a:br>
            <a:r>
              <a:rPr lang="pt-PT" sz="1200">
                <a:solidFill>
                  <a:schemeClr val="dk1"/>
                </a:solidFill>
                <a:latin typeface="Arial"/>
                <a:cs typeface="Arial"/>
              </a:rPr>
              <a:t>Projeto de Engenharia de Computadores e Informática</a:t>
            </a:r>
            <a:endParaRPr lang="en-US" sz="2800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41FC7C5-FC9F-4C4B-FF78-975763CF05C0}"/>
              </a:ext>
            </a:extLst>
          </p:cNvPr>
          <p:cNvSpPr txBox="1"/>
          <p:nvPr/>
        </p:nvSpPr>
        <p:spPr>
          <a:xfrm>
            <a:off x="0" y="4832784"/>
            <a:ext cx="42767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1400" b="1">
                <a:cs typeface="Arial"/>
              </a:rPr>
              <a:t>10</a:t>
            </a:r>
          </a:p>
        </p:txBody>
      </p:sp>
      <p:pic>
        <p:nvPicPr>
          <p:cNvPr id="4" name="Imagem 3" descr="Uma imagem com texto, captura de ecrã, diagrama, Paralelo&#10;&#10;Os conteúdos gerados por IA poderão estar incorretos.">
            <a:extLst>
              <a:ext uri="{FF2B5EF4-FFF2-40B4-BE49-F238E27FC236}">
                <a16:creationId xmlns:a16="http://schemas.microsoft.com/office/drawing/2014/main" id="{65357E3C-C96D-B889-BD2E-F2DB9EAFD6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7" y="1092265"/>
            <a:ext cx="9144000" cy="361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655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995EB2-6B79-42B5-6C5F-A902C53AB2CA}"/>
              </a:ext>
            </a:extLst>
          </p:cNvPr>
          <p:cNvSpPr txBox="1"/>
          <p:nvPr/>
        </p:nvSpPr>
        <p:spPr>
          <a:xfrm>
            <a:off x="74689" y="95199"/>
            <a:ext cx="400621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FFFF"/>
                </a:solidFill>
                <a:latin typeface="Arial"/>
              </a:rPr>
              <a:t>Inception</a:t>
            </a:r>
            <a:endParaRPr lang="pt-PT" sz="2000">
              <a:cs typeface="Arial"/>
            </a:endParaRPr>
          </a:p>
          <a:p>
            <a:r>
              <a:rPr lang="pt-PT" sz="1200">
                <a:solidFill>
                  <a:schemeClr val="dk1"/>
                </a:solidFill>
                <a:cs typeface="Arial"/>
              </a:rPr>
              <a:t>Projeto de Engenharia de Computadores e Informática</a:t>
            </a:r>
            <a:endParaRPr lang="en-US" sz="1200">
              <a:solidFill>
                <a:schemeClr val="dk1"/>
              </a:solidFill>
              <a:cs typeface="Arial"/>
            </a:endParaRPr>
          </a:p>
        </p:txBody>
      </p:sp>
      <p:sp>
        <p:nvSpPr>
          <p:cNvPr id="4" name="CaixaDeTexto 1">
            <a:extLst>
              <a:ext uri="{FF2B5EF4-FFF2-40B4-BE49-F238E27FC236}">
                <a16:creationId xmlns:a16="http://schemas.microsoft.com/office/drawing/2014/main" id="{FB719648-2DFE-5402-4C7E-76213092AEEE}"/>
              </a:ext>
            </a:extLst>
          </p:cNvPr>
          <p:cNvSpPr txBox="1"/>
          <p:nvPr/>
        </p:nvSpPr>
        <p:spPr>
          <a:xfrm>
            <a:off x="0" y="4832784"/>
            <a:ext cx="42767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1400" b="1">
                <a:cs typeface="Arial"/>
              </a:rPr>
              <a:t>11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0E9AC382-79F1-E073-F84F-C32C3DA0C562}"/>
                  </a:ext>
                </a:extLst>
              </p14:cNvPr>
              <p14:cNvContentPartPr/>
              <p14:nvPr/>
            </p14:nvContentPartPr>
            <p14:xfrm>
              <a:off x="1246737" y="1693333"/>
              <a:ext cx="5291" cy="5291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0E9AC382-79F1-E073-F84F-C32C3DA0C56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7667" y="1629841"/>
                <a:ext cx="23432" cy="132275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Imagem 5" descr="Uma imagem com texto, captura de ecrã, file, Paralelo&#10;&#10;Os conteúdos gerados por IA poderão estar incorretos.">
            <a:extLst>
              <a:ext uri="{FF2B5EF4-FFF2-40B4-BE49-F238E27FC236}">
                <a16:creationId xmlns:a16="http://schemas.microsoft.com/office/drawing/2014/main" id="{4981D541-1F14-2B03-E5F2-A46724CDEE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22" r="318"/>
          <a:stretch>
            <a:fillRect/>
          </a:stretch>
        </p:blipFill>
        <p:spPr>
          <a:xfrm>
            <a:off x="3131245" y="814191"/>
            <a:ext cx="2419639" cy="412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639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D36225B-1351-BF6A-BBDC-BABE25DC16A0}"/>
                  </a:ext>
                </a:extLst>
              </p14:cNvPr>
              <p14:cNvContentPartPr/>
              <p14:nvPr/>
            </p14:nvContentPartPr>
            <p14:xfrm>
              <a:off x="-66091" y="139606"/>
              <a:ext cx="7068" cy="7068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D36225B-1351-BF6A-BBDC-BABE25DC16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419491" y="-213794"/>
                <a:ext cx="706800" cy="7068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2DF9B9C-7349-845E-CD17-AACD8367A140}"/>
              </a:ext>
            </a:extLst>
          </p:cNvPr>
          <p:cNvSpPr txBox="1"/>
          <p:nvPr/>
        </p:nvSpPr>
        <p:spPr>
          <a:xfrm>
            <a:off x="432179" y="145691"/>
            <a:ext cx="495389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cs typeface="Arial"/>
              </a:rPr>
              <a:t>Elaboration</a:t>
            </a:r>
            <a:endParaRPr lang="pt-PT" sz="2800">
              <a:cs typeface="Arial"/>
            </a:endParaRPr>
          </a:p>
          <a:p>
            <a:r>
              <a:rPr lang="pt-PT" sz="1200">
                <a:solidFill>
                  <a:schemeClr val="dk1"/>
                </a:solidFill>
                <a:cs typeface="Arial"/>
              </a:rPr>
              <a:t>Projeto de Engenharia de Computadores e Informática</a:t>
            </a:r>
            <a:endParaRPr lang="en-US" sz="1200">
              <a:solidFill>
                <a:schemeClr val="dk1"/>
              </a:solidFill>
              <a:cs typeface="Arial"/>
            </a:endParaRPr>
          </a:p>
        </p:txBody>
      </p:sp>
      <p:sp>
        <p:nvSpPr>
          <p:cNvPr id="4" name="CaixaDeTexto 1">
            <a:extLst>
              <a:ext uri="{FF2B5EF4-FFF2-40B4-BE49-F238E27FC236}">
                <a16:creationId xmlns:a16="http://schemas.microsoft.com/office/drawing/2014/main" id="{AAB886B7-4ACA-8C03-FC16-928E6BF83DCB}"/>
              </a:ext>
            </a:extLst>
          </p:cNvPr>
          <p:cNvSpPr txBox="1"/>
          <p:nvPr/>
        </p:nvSpPr>
        <p:spPr>
          <a:xfrm>
            <a:off x="0" y="4832784"/>
            <a:ext cx="42767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1400" b="1">
                <a:cs typeface="Arial"/>
              </a:rPr>
              <a:t>12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03982F-9F22-0959-C6DF-63B8F6F914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3900" y="850604"/>
            <a:ext cx="4243932" cy="41400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BA26B4B-47F1-6193-D925-50AB6914EDCA}"/>
                  </a:ext>
                </a:extLst>
              </p14:cNvPr>
              <p14:cNvContentPartPr/>
              <p14:nvPr/>
            </p14:nvContentPartPr>
            <p14:xfrm>
              <a:off x="4571774" y="1577776"/>
              <a:ext cx="1905768" cy="602874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BA26B4B-47F1-6193-D925-50AB6914EDC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08776" y="1514789"/>
                <a:ext cx="2031403" cy="728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830C378-8407-64E2-C0DC-C7A53BDFC49C}"/>
                  </a:ext>
                </a:extLst>
              </p14:cNvPr>
              <p14:cNvContentPartPr/>
              <p14:nvPr/>
            </p14:nvContentPartPr>
            <p14:xfrm>
              <a:off x="6459170" y="1601456"/>
              <a:ext cx="29824" cy="837714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830C378-8407-64E2-C0DC-C7A53BDFC49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97037" y="1538484"/>
                <a:ext cx="153736" cy="9632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A3950F3-3BDB-BBA0-91B7-2A5856D81480}"/>
                  </a:ext>
                </a:extLst>
              </p14:cNvPr>
              <p14:cNvContentPartPr/>
              <p14:nvPr/>
            </p14:nvContentPartPr>
            <p14:xfrm>
              <a:off x="6454600" y="1586801"/>
              <a:ext cx="19738" cy="399995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A3950F3-3BDB-BBA0-91B7-2A5856D8148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92919" y="1523852"/>
                <a:ext cx="142748" cy="5255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8389D1F-0BD2-6C7F-7B98-C92BEC42C5E2}"/>
                  </a:ext>
                </a:extLst>
              </p14:cNvPr>
              <p14:cNvContentPartPr/>
              <p14:nvPr/>
            </p14:nvContentPartPr>
            <p14:xfrm>
              <a:off x="4537911" y="2373014"/>
              <a:ext cx="1935684" cy="1569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8389D1F-0BD2-6C7F-7B98-C92BEC42C5E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474924" y="2310166"/>
                <a:ext cx="2061298" cy="2822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0AC8EA1-DA44-9A24-B206-E78D5C1D85B0}"/>
                  </a:ext>
                </a:extLst>
              </p14:cNvPr>
              <p14:cNvContentPartPr/>
              <p14:nvPr/>
            </p14:nvContentPartPr>
            <p14:xfrm>
              <a:off x="4511178" y="1620837"/>
              <a:ext cx="1981217" cy="766466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0AC8EA1-DA44-9A24-B206-E78D5C1D85B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448197" y="1557864"/>
                <a:ext cx="2106820" cy="8920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0A93593-187F-57C1-C778-46FC21401A7A}"/>
                  </a:ext>
                </a:extLst>
              </p14:cNvPr>
              <p14:cNvContentPartPr/>
              <p14:nvPr/>
            </p14:nvContentPartPr>
            <p14:xfrm>
              <a:off x="5445030" y="1630041"/>
              <a:ext cx="806747" cy="66253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0A93593-187F-57C1-C778-46FC21401A7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382059" y="1567369"/>
                <a:ext cx="932329" cy="1912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56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62ED396-02D8-79E4-AFD5-4F26605E8805}"/>
              </a:ext>
            </a:extLst>
          </p:cNvPr>
          <p:cNvSpPr txBox="1"/>
          <p:nvPr/>
        </p:nvSpPr>
        <p:spPr>
          <a:xfrm>
            <a:off x="428570" y="113180"/>
            <a:ext cx="4139105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Arial"/>
              </a:rPr>
              <a:t>Construction</a:t>
            </a:r>
          </a:p>
          <a:p>
            <a:r>
              <a:rPr lang="pt-PT" sz="1200">
                <a:solidFill>
                  <a:schemeClr val="dk1"/>
                </a:solidFill>
                <a:cs typeface="Arial"/>
              </a:rPr>
              <a:t>Projeto de Engenharia de Computadores e Informática</a:t>
            </a:r>
            <a:endParaRPr lang="en-US" sz="1200">
              <a:solidFill>
                <a:schemeClr val="dk1"/>
              </a:solidFill>
              <a:cs typeface="Arial"/>
            </a:endParaRPr>
          </a:p>
        </p:txBody>
      </p:sp>
      <p:sp>
        <p:nvSpPr>
          <p:cNvPr id="4" name="CaixaDeTexto 1">
            <a:extLst>
              <a:ext uri="{FF2B5EF4-FFF2-40B4-BE49-F238E27FC236}">
                <a16:creationId xmlns:a16="http://schemas.microsoft.com/office/drawing/2014/main" id="{EF240E11-0C8C-86F0-11F8-F178E21D80BA}"/>
              </a:ext>
            </a:extLst>
          </p:cNvPr>
          <p:cNvSpPr txBox="1"/>
          <p:nvPr/>
        </p:nvSpPr>
        <p:spPr>
          <a:xfrm>
            <a:off x="0" y="4832784"/>
            <a:ext cx="42767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1400" b="1">
                <a:cs typeface="Arial"/>
              </a:rPr>
              <a:t>13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1777BE13-1E60-03E5-6E45-4A3BCE9D5AB6}"/>
                  </a:ext>
                </a:extLst>
              </p14:cNvPr>
              <p14:cNvContentPartPr/>
              <p14:nvPr/>
            </p14:nvContentPartPr>
            <p14:xfrm>
              <a:off x="7852253" y="2818356"/>
              <a:ext cx="7828" cy="7828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1777BE13-1E60-03E5-6E45-4A3BCE9D5A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58317" y="2724420"/>
                <a:ext cx="195700" cy="19570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6C23D77-D4E3-9E22-E30A-D7A8F38AE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189" y="1009117"/>
            <a:ext cx="8309742" cy="361793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C20B08A-3758-8A2C-C426-CCADEB4B6EF0}"/>
                  </a:ext>
                </a:extLst>
              </p14:cNvPr>
              <p14:cNvContentPartPr/>
              <p14:nvPr/>
            </p14:nvContentPartPr>
            <p14:xfrm>
              <a:off x="5608019" y="3672990"/>
              <a:ext cx="708289" cy="152696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C20B08A-3758-8A2C-C426-CCADEB4B6EF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45068" y="3610115"/>
                <a:ext cx="833831" cy="2780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E63F4F8-A526-9AC6-185B-81DBD97F900B}"/>
                  </a:ext>
                </a:extLst>
              </p14:cNvPr>
              <p14:cNvContentPartPr/>
              <p14:nvPr/>
            </p14:nvContentPartPr>
            <p14:xfrm>
              <a:off x="8498077" y="3600731"/>
              <a:ext cx="13819" cy="288909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E63F4F8-A526-9AC6-185B-81DBD97F900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436069" y="3537847"/>
                <a:ext cx="137481" cy="4143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D8F397E-A0E4-B86D-9549-F5F8E96CCE88}"/>
                  </a:ext>
                </a:extLst>
              </p14:cNvPr>
              <p14:cNvContentPartPr/>
              <p14:nvPr/>
            </p14:nvContentPartPr>
            <p14:xfrm>
              <a:off x="5484554" y="3427901"/>
              <a:ext cx="2948120" cy="4643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D8F397E-A0E4-B86D-9549-F5F8E96CCE8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21560" y="3364961"/>
                <a:ext cx="3073748" cy="5898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DB979C5-90B4-7BB7-65FA-1B870E009EB4}"/>
                  </a:ext>
                </a:extLst>
              </p14:cNvPr>
              <p14:cNvContentPartPr/>
              <p14:nvPr/>
            </p14:nvContentPartPr>
            <p14:xfrm>
              <a:off x="7428993" y="3449841"/>
              <a:ext cx="241681" cy="1183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DB979C5-90B4-7BB7-65FA-1B870E009EB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366055" y="3387106"/>
                <a:ext cx="367197" cy="2434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FB7A2B1C-13E5-43D9-574D-A80DDE258C34}"/>
                  </a:ext>
                </a:extLst>
              </p14:cNvPr>
              <p14:cNvContentPartPr/>
              <p14:nvPr/>
            </p14:nvContentPartPr>
            <p14:xfrm>
              <a:off x="5459786" y="3481425"/>
              <a:ext cx="2846409" cy="534947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FB7A2B1C-13E5-43D9-574D-A80DDE258C3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396788" y="3418469"/>
                <a:ext cx="2972044" cy="6604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E7020C5-395D-A762-DDD4-F3A3122B609F}"/>
                  </a:ext>
                </a:extLst>
              </p14:cNvPr>
              <p14:cNvContentPartPr/>
              <p14:nvPr/>
            </p14:nvContentPartPr>
            <p14:xfrm>
              <a:off x="6099318" y="3758386"/>
              <a:ext cx="2377236" cy="348579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E7020C5-395D-A762-DDD4-F3A3122B609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036323" y="3695433"/>
                <a:ext cx="2502865" cy="4741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CA6A44A-04F1-FC7B-9FF7-024D68FD4891}"/>
                  </a:ext>
                </a:extLst>
              </p14:cNvPr>
              <p14:cNvContentPartPr/>
              <p14:nvPr/>
            </p14:nvContentPartPr>
            <p14:xfrm>
              <a:off x="7742361" y="3975162"/>
              <a:ext cx="761841" cy="250151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CA6A44A-04F1-FC7B-9FF7-024D68FD489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679384" y="3912174"/>
                <a:ext cx="887435" cy="3757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F0A0DFB-3E16-D938-FFCD-88513FFFA035}"/>
                  </a:ext>
                </a:extLst>
              </p14:cNvPr>
              <p14:cNvContentPartPr/>
              <p14:nvPr/>
            </p14:nvContentPartPr>
            <p14:xfrm>
              <a:off x="7666692" y="3770461"/>
              <a:ext cx="706861" cy="307824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F0A0DFB-3E16-D938-FFCD-88513FFFA03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603708" y="3707530"/>
                <a:ext cx="832469" cy="43332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7071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1">
            <a:extLst>
              <a:ext uri="{FF2B5EF4-FFF2-40B4-BE49-F238E27FC236}">
                <a16:creationId xmlns:a16="http://schemas.microsoft.com/office/drawing/2014/main" id="{CA274005-C9C1-1D9B-E204-0CA1053C343C}"/>
              </a:ext>
            </a:extLst>
          </p:cNvPr>
          <p:cNvSpPr txBox="1"/>
          <p:nvPr/>
        </p:nvSpPr>
        <p:spPr>
          <a:xfrm>
            <a:off x="0" y="4832784"/>
            <a:ext cx="42767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1400" b="1">
                <a:cs typeface="Arial"/>
              </a:rPr>
              <a:t>14</a:t>
            </a:r>
          </a:p>
        </p:txBody>
      </p:sp>
      <p:pic>
        <p:nvPicPr>
          <p:cNvPr id="4" name="Imagem 3" descr="Uma imagem com texto, captura de ecrã, file, Tipo de letra&#10;&#10;Os conteúdos gerados por IA poderão estar incorretos.">
            <a:extLst>
              <a:ext uri="{FF2B5EF4-FFF2-40B4-BE49-F238E27FC236}">
                <a16:creationId xmlns:a16="http://schemas.microsoft.com/office/drawing/2014/main" id="{EDF14DA3-207D-681F-A610-B1CA96C95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579" y="2150526"/>
            <a:ext cx="6896100" cy="12763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32A9F8-D68A-198B-8909-A4A6C04BFA39}"/>
              </a:ext>
            </a:extLst>
          </p:cNvPr>
          <p:cNvSpPr txBox="1"/>
          <p:nvPr/>
        </p:nvSpPr>
        <p:spPr>
          <a:xfrm>
            <a:off x="212651" y="139552"/>
            <a:ext cx="4572000" cy="11515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3654"/>
              </a:lnSpc>
            </a:pPr>
            <a:r>
              <a:rPr lang="en-US">
                <a:solidFill>
                  <a:srgbClr val="FFFFFF"/>
                </a:solidFill>
                <a:latin typeface="Arial"/>
              </a:rPr>
              <a:t>Transition</a:t>
            </a:r>
            <a:endParaRPr lang="en-US" sz="1800" b="0" i="0">
              <a:latin typeface="Arial"/>
              <a:cs typeface="Arial"/>
            </a:endParaRPr>
          </a:p>
          <a:p>
            <a:pPr algn="l" rtl="0">
              <a:lnSpc>
                <a:spcPts val="2436"/>
              </a:lnSpc>
            </a:pPr>
            <a:r>
              <a:rPr lang="pt-PT" sz="1200" b="0" i="0" u="none" strike="noStrike" baseline="0">
                <a:solidFill>
                  <a:srgbClr val="FFFFFF"/>
                </a:solidFill>
                <a:latin typeface="Arial"/>
              </a:rPr>
              <a:t>Projeto de Engenharia de Computadores e Informática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87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FA2234-7F32-6FDA-5301-58EE4A3BA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92" y="38250"/>
            <a:ext cx="7975758" cy="695061"/>
          </a:xfrm>
        </p:spPr>
        <p:txBody>
          <a:bodyPr/>
          <a:lstStyle/>
          <a:p>
            <a:pPr algn="ctr"/>
            <a:r>
              <a:rPr lang="pt-PT" sz="2800" b="1">
                <a:cs typeface="Arial"/>
              </a:rPr>
              <a:t>Arquitetura de alto-nível &amp; Divisão de tarefas</a:t>
            </a:r>
            <a:br>
              <a:rPr lang="pt-PT" sz="2800" b="1">
                <a:cs typeface="Arial"/>
              </a:rPr>
            </a:br>
            <a:r>
              <a:rPr lang="pt-PT" sz="1200">
                <a:solidFill>
                  <a:schemeClr val="dk1"/>
                </a:solidFill>
                <a:cs typeface="Arial"/>
              </a:rPr>
              <a:t>Projeto de Engenharia de Computadores e Informática</a:t>
            </a:r>
            <a:endParaRPr lang="pt-PT" sz="1200" b="1">
              <a:solidFill>
                <a:schemeClr val="dk1"/>
              </a:solidFill>
              <a:cs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472891A-3350-DC09-B0DD-2DECC0DEED77}"/>
              </a:ext>
            </a:extLst>
          </p:cNvPr>
          <p:cNvSpPr txBox="1"/>
          <p:nvPr/>
        </p:nvSpPr>
        <p:spPr>
          <a:xfrm>
            <a:off x="0" y="4835926"/>
            <a:ext cx="39401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1400" b="1">
                <a:ea typeface="+mn-lt"/>
                <a:cs typeface="+mn-lt"/>
              </a:rPr>
              <a:t>15</a:t>
            </a:r>
            <a:endParaRPr lang="pt-PT" sz="1000" b="1"/>
          </a:p>
        </p:txBody>
      </p:sp>
      <p:pic>
        <p:nvPicPr>
          <p:cNvPr id="5" name="Imagem 4" descr="Uma imagem com texto, captura de ecrã, diagrama, Tipo de letra&#10;&#10;Os conteúdos gerados por IA poderão estar incorretos.">
            <a:extLst>
              <a:ext uri="{FF2B5EF4-FFF2-40B4-BE49-F238E27FC236}">
                <a16:creationId xmlns:a16="http://schemas.microsoft.com/office/drawing/2014/main" id="{F3FE5E2A-530F-5A4D-6B3F-5BF5199B1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835" y="725135"/>
            <a:ext cx="5922255" cy="413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6044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7ED88-A023-5CD4-482C-92A92B500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>
            <a:extLst>
              <a:ext uri="{FF2B5EF4-FFF2-40B4-BE49-F238E27FC236}">
                <a16:creationId xmlns:a16="http://schemas.microsoft.com/office/drawing/2014/main" id="{3037D9EF-88B8-E64B-01BA-65DC20DAF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66760"/>
            <a:ext cx="4847543" cy="67162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err="1">
                <a:solidFill>
                  <a:schemeClr val="dk1"/>
                </a:solidFill>
                <a:latin typeface="Arial"/>
                <a:cs typeface="Arial"/>
              </a:rPr>
              <a:t>Comunicação</a:t>
            </a:r>
            <a:r>
              <a:rPr lang="en-US" sz="2800">
                <a:solidFill>
                  <a:schemeClr val="dk1"/>
                </a:solidFill>
                <a:latin typeface="Arial"/>
                <a:cs typeface="Arial"/>
              </a:rPr>
              <a:t>/</a:t>
            </a:r>
            <a:r>
              <a:rPr lang="en-US" sz="2800" err="1">
                <a:solidFill>
                  <a:schemeClr val="dk1"/>
                </a:solidFill>
                <a:latin typeface="Arial"/>
                <a:cs typeface="Arial"/>
              </a:rPr>
              <a:t>Planeamento</a:t>
            </a:r>
            <a:br>
              <a:rPr lang="en-US" sz="2800">
                <a:latin typeface="Arial"/>
                <a:cs typeface="Arial"/>
              </a:rPr>
            </a:br>
            <a:r>
              <a:rPr lang="pt-PT" sz="1200">
                <a:solidFill>
                  <a:schemeClr val="dk1"/>
                </a:solidFill>
                <a:latin typeface="Arial"/>
                <a:cs typeface="Arial"/>
              </a:rPr>
              <a:t>Projeto de Engenharia de Computadores e Informática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  <a:cs typeface="Arial"/>
            </a:endParaRPr>
          </a:p>
        </p:txBody>
      </p:sp>
      <p:pic>
        <p:nvPicPr>
          <p:cNvPr id="12" name="Imagem 11" descr="Github logo - Free Icon PNG, SVG">
            <a:extLst>
              <a:ext uri="{FF2B5EF4-FFF2-40B4-BE49-F238E27FC236}">
                <a16:creationId xmlns:a16="http://schemas.microsoft.com/office/drawing/2014/main" id="{7BD22610-4228-F5FC-0E75-C48FDDAF7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24" y="2060636"/>
            <a:ext cx="996470" cy="102270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02F9F13-7B94-BFEB-8692-0C0F89F7E7A1}"/>
              </a:ext>
            </a:extLst>
          </p:cNvPr>
          <p:cNvSpPr txBox="1"/>
          <p:nvPr/>
        </p:nvSpPr>
        <p:spPr>
          <a:xfrm>
            <a:off x="0" y="4832784"/>
            <a:ext cx="67117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1400" b="1">
                <a:cs typeface="Arial"/>
              </a:rPr>
              <a:t>16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767D215-5358-3260-C3DF-205BC7B410FB}"/>
              </a:ext>
            </a:extLst>
          </p:cNvPr>
          <p:cNvSpPr txBox="1"/>
          <p:nvPr/>
        </p:nvSpPr>
        <p:spPr>
          <a:xfrm>
            <a:off x="1713886" y="2189220"/>
            <a:ext cx="1870415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PT" sz="1600" b="1" err="1"/>
              <a:t>Github</a:t>
            </a:r>
            <a:r>
              <a:rPr lang="pt-PT" sz="1600" b="1"/>
              <a:t>:</a:t>
            </a:r>
            <a:endParaRPr lang="pt-PT" sz="1600" b="1">
              <a:cs typeface="Arial"/>
            </a:endParaRPr>
          </a:p>
          <a:p>
            <a:r>
              <a:rPr lang="pt-PT" sz="1400"/>
              <a:t>Controlo de versões de código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1474088-46D6-3F41-6CDC-556E29588FF5}"/>
              </a:ext>
            </a:extLst>
          </p:cNvPr>
          <p:cNvSpPr txBox="1"/>
          <p:nvPr/>
        </p:nvSpPr>
        <p:spPr>
          <a:xfrm>
            <a:off x="5753922" y="2079551"/>
            <a:ext cx="3320866" cy="984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PT" sz="1600" b="1">
                <a:cs typeface="Arial"/>
              </a:rPr>
              <a:t>Microsoft Teams:</a:t>
            </a:r>
            <a:endParaRPr lang="pt-PT" sz="1600">
              <a:cs typeface="Arial"/>
            </a:endParaRPr>
          </a:p>
          <a:p>
            <a:r>
              <a:rPr lang="pt-PT" sz="1400"/>
              <a:t>Controlo de tarefas (Trello)</a:t>
            </a:r>
            <a:endParaRPr lang="pt-PT" sz="1400">
              <a:cs typeface="Arial"/>
            </a:endParaRPr>
          </a:p>
          <a:p>
            <a:r>
              <a:rPr lang="pt-PT" sz="1400">
                <a:cs typeface="Arial"/>
              </a:rPr>
              <a:t>Ficheiros partilhados dentro da equipa.</a:t>
            </a:r>
          </a:p>
          <a:p>
            <a:r>
              <a:rPr lang="pt-PT" sz="1400">
                <a:cs typeface="Arial"/>
              </a:rPr>
              <a:t>Comunicação interna</a:t>
            </a:r>
            <a:endParaRPr lang="pt-PT" sz="1400"/>
          </a:p>
        </p:txBody>
      </p:sp>
      <p:pic>
        <p:nvPicPr>
          <p:cNvPr id="8" name="Imagem 7" descr="Microsoft Teams Logo and symbol, meaning, history, PNG, brand">
            <a:extLst>
              <a:ext uri="{FF2B5EF4-FFF2-40B4-BE49-F238E27FC236}">
                <a16:creationId xmlns:a16="http://schemas.microsoft.com/office/drawing/2014/main" id="{2B3C67CB-1503-AFDF-4771-5B55CEC21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7482" y="1990313"/>
            <a:ext cx="2062018" cy="116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7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319709" y="275043"/>
            <a:ext cx="7029000" cy="70998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2800"/>
              <a:t>Riscos</a:t>
            </a:r>
            <a:br>
              <a:rPr lang="pt-PT" sz="2800">
                <a:cs typeface="Arial"/>
              </a:rPr>
            </a:br>
            <a:r>
              <a:rPr lang="pt-PT" sz="1200">
                <a:solidFill>
                  <a:schemeClr val="dk1"/>
                </a:solidFill>
                <a:latin typeface="Arial"/>
                <a:cs typeface="Arial"/>
              </a:rPr>
              <a:t>Projeto de Engenharia de Computadores e Informática</a:t>
            </a:r>
            <a:endParaRPr lang="pt-PT" sz="1200" b="0" u="none" strike="noStrike">
              <a:solidFill>
                <a:schemeClr val="dk1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ubTitle"/>
          </p:nvPr>
        </p:nvSpPr>
        <p:spPr>
          <a:xfrm>
            <a:off x="650043" y="1402124"/>
            <a:ext cx="4087433" cy="233437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pt-PT" sz="1800"/>
              <a:t>Alucinações do LLM </a:t>
            </a:r>
            <a:endParaRPr lang="pt-PT" sz="1800">
              <a:cs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pt-PT" sz="1800">
              <a:cs typeface="Arial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pt-PT" sz="1800"/>
              <a:t>Falta de privacidade de dados</a:t>
            </a:r>
            <a:endParaRPr lang="pt-PT" sz="1800">
              <a:cs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pt-PT" sz="1800">
              <a:cs typeface="Arial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pt-PT" sz="1800"/>
              <a:t>Fraca performance offline</a:t>
            </a:r>
            <a:endParaRPr lang="pt-PT" sz="1800">
              <a:cs typeface="Arial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pt-PT" sz="1200">
              <a:cs typeface="Arial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pt-PT" sz="1200">
              <a:cs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pt-PT" sz="1200">
              <a:cs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pt-PT" sz="1200">
              <a:cs typeface="Arial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E928B5E-AD0C-CBD5-E64F-D6BF10FF212E}"/>
              </a:ext>
            </a:extLst>
          </p:cNvPr>
          <p:cNvSpPr txBox="1"/>
          <p:nvPr/>
        </p:nvSpPr>
        <p:spPr>
          <a:xfrm>
            <a:off x="0" y="4832784"/>
            <a:ext cx="64806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1400" b="1">
                <a:ea typeface="+mn-lt"/>
                <a:cs typeface="+mn-lt"/>
              </a:rPr>
              <a:t>17</a:t>
            </a:r>
            <a:endParaRPr lang="pt-PT" sz="1400" b="1">
              <a:cs typeface="Arial"/>
            </a:endParaRPr>
          </a:p>
        </p:txBody>
      </p:sp>
      <p:pic>
        <p:nvPicPr>
          <p:cNvPr id="3" name="Imagem 2" descr="Computer With A Warning Triangle Icon PNG &amp; SVG Design For T-Shirts">
            <a:extLst>
              <a:ext uri="{FF2B5EF4-FFF2-40B4-BE49-F238E27FC236}">
                <a16:creationId xmlns:a16="http://schemas.microsoft.com/office/drawing/2014/main" id="{57BA54D0-71C6-67F5-4A26-82F321136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957" y="973849"/>
            <a:ext cx="3484656" cy="327288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EED13-5863-C048-ACEE-96FFF19D2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31F684-F16D-85C7-F1A8-A6CB534DF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34" y="872510"/>
            <a:ext cx="5039430" cy="819871"/>
          </a:xfrm>
        </p:spPr>
        <p:txBody>
          <a:bodyPr/>
          <a:lstStyle/>
          <a:p>
            <a:pPr algn="ctr"/>
            <a:r>
              <a:rPr lang="pt-PT" sz="6000" b="1">
                <a:cs typeface="Arial"/>
              </a:rPr>
              <a:t>Obrigado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B7C9362-F7AB-407C-0A30-549710BBD3F0}"/>
              </a:ext>
            </a:extLst>
          </p:cNvPr>
          <p:cNvSpPr txBox="1"/>
          <p:nvPr/>
        </p:nvSpPr>
        <p:spPr>
          <a:xfrm>
            <a:off x="0" y="4835926"/>
            <a:ext cx="39401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1400" b="1">
                <a:ea typeface="+mn-lt"/>
                <a:cs typeface="+mn-lt"/>
              </a:rPr>
              <a:t>18</a:t>
            </a:r>
            <a:endParaRPr lang="pt-PT" sz="1000" b="1"/>
          </a:p>
        </p:txBody>
      </p:sp>
      <p:sp>
        <p:nvSpPr>
          <p:cNvPr id="6" name="PlaceHolder 1">
            <a:extLst>
              <a:ext uri="{FF2B5EF4-FFF2-40B4-BE49-F238E27FC236}">
                <a16:creationId xmlns:a16="http://schemas.microsoft.com/office/drawing/2014/main" id="{C4CC2173-50DC-3E25-BAB9-C09F92D4A4D8}"/>
              </a:ext>
            </a:extLst>
          </p:cNvPr>
          <p:cNvSpPr txBox="1">
            <a:spLocks/>
          </p:cNvSpPr>
          <p:nvPr/>
        </p:nvSpPr>
        <p:spPr>
          <a:xfrm>
            <a:off x="1055433" y="2574181"/>
            <a:ext cx="7029000" cy="1629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PT" sz="2800">
                <a:solidFill>
                  <a:schemeClr val="dk1"/>
                </a:solidFill>
                <a:latin typeface="Arial"/>
                <a:cs typeface="Arial"/>
              </a:rPr>
              <a:t>Proximo passo:</a:t>
            </a:r>
            <a:endParaRPr lang="es-ES">
              <a:solidFill>
                <a:schemeClr val="dk1"/>
              </a:solidFill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br>
              <a:rPr lang="pt-PT" sz="2800">
                <a:solidFill>
                  <a:schemeClr val="dk1"/>
                </a:solidFill>
                <a:latin typeface="Arial"/>
                <a:cs typeface="Arial"/>
              </a:rPr>
            </a:br>
            <a:r>
              <a:rPr lang="pt-PT" sz="2800">
                <a:solidFill>
                  <a:schemeClr val="dk1"/>
                </a:solidFill>
                <a:latin typeface="Arial"/>
                <a:cs typeface="Arial"/>
              </a:rPr>
              <a:t> M2 - Elaboration</a:t>
            </a:r>
            <a:endParaRPr lang="pt-PT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6637032"/>
      </p:ext>
    </p:extLst>
  </p:cSld>
  <p:clrMapOvr>
    <a:masterClrMapping/>
  </p:clrMapOvr>
</p:sld>
</file>

<file path=ppt/theme/theme1.xml><?xml version="1.0" encoding="utf-8"?>
<a:theme xmlns:a="http://schemas.openxmlformats.org/drawingml/2006/main" name="Project Roadmaps by Slidesgo">
  <a:themeElements>
    <a:clrScheme name="Simple Light">
      <a:dk1>
        <a:srgbClr val="FFFFFF"/>
      </a:dk1>
      <a:lt1>
        <a:srgbClr val="132763"/>
      </a:lt1>
      <a:dk2>
        <a:srgbClr val="FFFFFF"/>
      </a:dk2>
      <a:lt2>
        <a:srgbClr val="FFFFFF"/>
      </a:lt2>
      <a:accent1>
        <a:srgbClr val="F8C271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Simple Light">
    <a:dk1>
      <a:srgbClr val="FFFFFF"/>
    </a:dk1>
    <a:lt1>
      <a:srgbClr val="132763"/>
    </a:lt1>
    <a:dk2>
      <a:srgbClr val="FFFFFF"/>
    </a:dk2>
    <a:lt2>
      <a:srgbClr val="FFFFFF"/>
    </a:lt2>
    <a:accent1>
      <a:srgbClr val="F8C271"/>
    </a:accent1>
    <a:accent2>
      <a:srgbClr val="FFFFFF"/>
    </a:accent2>
    <a:accent3>
      <a:srgbClr val="FFFFFF"/>
    </a:accent3>
    <a:accent4>
      <a:srgbClr val="FFFFFF"/>
    </a:accent4>
    <a:accent5>
      <a:srgbClr val="FFFFFF"/>
    </a:accent5>
    <a:accent6>
      <a:srgbClr val="FFFFFF"/>
    </a:accent6>
    <a:hlink>
      <a:srgbClr val="FFFFFF"/>
    </a:hlink>
    <a:folHlink>
      <a:srgbClr val="0097A7"/>
    </a:folHlink>
  </a:clrScheme>
</a:themeOverride>
</file>

<file path=ppt/theme/themeOverride2.xml><?xml version="1.0" encoding="utf-8"?>
<a:themeOverride xmlns:a="http://schemas.openxmlformats.org/drawingml/2006/main">
  <a:clrScheme name="Simple Light">
    <a:dk1>
      <a:srgbClr val="FFFFFF"/>
    </a:dk1>
    <a:lt1>
      <a:srgbClr val="132763"/>
    </a:lt1>
    <a:dk2>
      <a:srgbClr val="FFFFFF"/>
    </a:dk2>
    <a:lt2>
      <a:srgbClr val="FFFFFF"/>
    </a:lt2>
    <a:accent1>
      <a:srgbClr val="F8C271"/>
    </a:accent1>
    <a:accent2>
      <a:srgbClr val="FFFFFF"/>
    </a:accent2>
    <a:accent3>
      <a:srgbClr val="FFFFFF"/>
    </a:accent3>
    <a:accent4>
      <a:srgbClr val="FFFFFF"/>
    </a:accent4>
    <a:accent5>
      <a:srgbClr val="FFFFFF"/>
    </a:accent5>
    <a:accent6>
      <a:srgbClr val="FFFFFF"/>
    </a:accent6>
    <a:hlink>
      <a:srgbClr val="FFFFFF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506</Words>
  <Application>Microsoft Office PowerPoint</Application>
  <PresentationFormat>Apresentação no Ecrã (16:9)</PresentationFormat>
  <Paragraphs>129</Paragraphs>
  <Slides>18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18</vt:i4>
      </vt:variant>
    </vt:vector>
  </HeadingPairs>
  <TitlesOfParts>
    <vt:vector size="26" baseType="lpstr">
      <vt:lpstr>Albert Sans</vt:lpstr>
      <vt:lpstr>Aptos</vt:lpstr>
      <vt:lpstr>Arial</vt:lpstr>
      <vt:lpstr>OpenSymbol</vt:lpstr>
      <vt:lpstr>Symbol</vt:lpstr>
      <vt:lpstr>Wingdings</vt:lpstr>
      <vt:lpstr>Zalando Sans SemiExpanded Medium</vt:lpstr>
      <vt:lpstr>Project Roadmaps by Slidesgo</vt:lpstr>
      <vt:lpstr>Aplicação Interativa de Suporte à Aprendizagem dos Sistemas Digitais aos Sistemas Embutidos</vt:lpstr>
      <vt:lpstr>Contextualização Projeto de Engenharia de Computadores e Informática</vt:lpstr>
      <vt:lpstr>Apresentação do PowerPoint</vt:lpstr>
      <vt:lpstr>Objetivos Projeto de Engenharia de Computadores e Informática</vt:lpstr>
      <vt:lpstr>Requisitos Projeto de Engenharia de Computadores e Informática</vt:lpstr>
      <vt:lpstr>Apresentação do PowerPoint</vt:lpstr>
      <vt:lpstr>Caso de Uso : Aluno Projeto de Engenharia de Computadores e Informática</vt:lpstr>
      <vt:lpstr>Caso de Uso : Professor Projeto de Engenharia de Computadores e Informática</vt:lpstr>
      <vt:lpstr>Caso de Uso: Administrador do Sistema Projeto de Engenharia de Computadores e Informática</vt:lpstr>
      <vt:lpstr>Planeamento Projeto de Engenharia de Computadores e Informática</vt:lpstr>
      <vt:lpstr>Apresentação do PowerPoint</vt:lpstr>
      <vt:lpstr>Apresentação do PowerPoint</vt:lpstr>
      <vt:lpstr>Apresentação do PowerPoint</vt:lpstr>
      <vt:lpstr>Apresentação do PowerPoint</vt:lpstr>
      <vt:lpstr>Arquitetura de alto-nível &amp; Divisão de tarefas Projeto de Engenharia de Computadores e Informática</vt:lpstr>
      <vt:lpstr>Comunicação/Planeamento Projeto de Engenharia de Computadores e Informática</vt:lpstr>
      <vt:lpstr>Riscos Projeto de Engenharia de Computadores e Informática</vt:lpstr>
      <vt:lpstr>Obrigado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Carlos Verenzuela</dc:creator>
  <cp:lastModifiedBy>Carlos Verenzuela</cp:lastModifiedBy>
  <cp:revision>2</cp:revision>
  <dcterms:modified xsi:type="dcterms:W3CDTF">2026-02-27T21:47:19Z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2026-02-18T11:59:00Z</dcterms:created>
  <dc:creator>Unknown Creator</dc:creator>
  <dc:description/>
  <dc:language>en-US</dc:language>
  <cp:lastModifiedBy>Unknown Creator</cp:lastModifiedBy>
  <dcterms:modified xsi:type="dcterms:W3CDTF">2026-02-18T11:59:00Z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</Properties>
</file>